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3" r:id="rId11"/>
    <p:sldId id="266" r:id="rId12"/>
    <p:sldId id="276" r:id="rId13"/>
    <p:sldId id="267" r:id="rId14"/>
    <p:sldId id="268" r:id="rId15"/>
    <p:sldId id="270" r:id="rId16"/>
    <p:sldId id="277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iTlHx5yX8y6UIlPPbgbTlcU6qf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5F0164-26D4-4F47-BC5A-7A794BE69BF5}" v="18" dt="2025-08-19T23:49:53.3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16" y="-3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30" Type="http://customschemas.google.com/relationships/presentationmetadata" Target="meta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Maillot" userId="fa14b39d-e966-4ebb-a436-4f96f84b9577" providerId="ADAL" clId="{913C8CB3-B5D2-46AF-BB39-C6ABB42AE5EA}"/>
    <pc:docChg chg="undo custSel modSld">
      <pc:chgData name="Marcos Maillot" userId="fa14b39d-e966-4ebb-a436-4f96f84b9577" providerId="ADAL" clId="{913C8CB3-B5D2-46AF-BB39-C6ABB42AE5EA}" dt="2024-11-20T20:46:57.064" v="65" actId="1076"/>
      <pc:docMkLst>
        <pc:docMk/>
      </pc:docMkLst>
      <pc:sldChg chg="modSp mod">
        <pc:chgData name="Marcos Maillot" userId="fa14b39d-e966-4ebb-a436-4f96f84b9577" providerId="ADAL" clId="{913C8CB3-B5D2-46AF-BB39-C6ABB42AE5EA}" dt="2024-11-20T19:39:32.431" v="0"/>
        <pc:sldMkLst>
          <pc:docMk/>
          <pc:sldMk cId="0" sldId="262"/>
        </pc:sldMkLst>
      </pc:sldChg>
      <pc:sldChg chg="modSp mod">
        <pc:chgData name="Marcos Maillot" userId="fa14b39d-e966-4ebb-a436-4f96f84b9577" providerId="ADAL" clId="{913C8CB3-B5D2-46AF-BB39-C6ABB42AE5EA}" dt="2024-11-20T19:41:16.789" v="10" actId="5793"/>
        <pc:sldMkLst>
          <pc:docMk/>
          <pc:sldMk cId="0" sldId="268"/>
        </pc:sldMkLst>
      </pc:sldChg>
      <pc:sldChg chg="modSp mod">
        <pc:chgData name="Marcos Maillot" userId="fa14b39d-e966-4ebb-a436-4f96f84b9577" providerId="ADAL" clId="{913C8CB3-B5D2-46AF-BB39-C6ABB42AE5EA}" dt="2024-11-20T19:41:29.884" v="26" actId="5793"/>
        <pc:sldMkLst>
          <pc:docMk/>
          <pc:sldMk cId="0" sldId="269"/>
        </pc:sldMkLst>
      </pc:sldChg>
      <pc:sldChg chg="addSp modSp mod">
        <pc:chgData name="Marcos Maillot" userId="fa14b39d-e966-4ebb-a436-4f96f84b9577" providerId="ADAL" clId="{913C8CB3-B5D2-46AF-BB39-C6ABB42AE5EA}" dt="2024-11-20T20:46:57.064" v="65" actId="1076"/>
        <pc:sldMkLst>
          <pc:docMk/>
          <pc:sldMk cId="0" sldId="275"/>
        </pc:sldMkLst>
      </pc:sldChg>
    </pc:docChg>
  </pc:docChgLst>
  <pc:docChgLst>
    <pc:chgData name="Marcos Maillot" userId="fa14b39d-e966-4ebb-a436-4f96f84b9577" providerId="ADAL" clId="{9E25B2EB-CAA0-4693-8FAE-3BE82A6DDC5B}"/>
    <pc:docChg chg="modSld">
      <pc:chgData name="Marcos Maillot" userId="fa14b39d-e966-4ebb-a436-4f96f84b9577" providerId="ADAL" clId="{9E25B2EB-CAA0-4693-8FAE-3BE82A6DDC5B}" dt="2024-08-16T23:00:37.853" v="0" actId="1076"/>
      <pc:docMkLst>
        <pc:docMk/>
      </pc:docMkLst>
      <pc:sldChg chg="modSp mod">
        <pc:chgData name="Marcos Maillot" userId="fa14b39d-e966-4ebb-a436-4f96f84b9577" providerId="ADAL" clId="{9E25B2EB-CAA0-4693-8FAE-3BE82A6DDC5B}" dt="2024-08-16T23:00:37.853" v="0" actId="1076"/>
        <pc:sldMkLst>
          <pc:docMk/>
          <pc:sldMk cId="0" sldId="263"/>
        </pc:sldMkLst>
      </pc:sldChg>
    </pc:docChg>
  </pc:docChgLst>
  <pc:docChgLst>
    <pc:chgData name="Marcos Maillot" userId="fa14b39d-e966-4ebb-a436-4f96f84b9577" providerId="ADAL" clId="{055F0164-26D4-4F47-BC5A-7A794BE69BF5}"/>
    <pc:docChg chg="modSld">
      <pc:chgData name="Marcos Maillot" userId="fa14b39d-e966-4ebb-a436-4f96f84b9577" providerId="ADAL" clId="{055F0164-26D4-4F47-BC5A-7A794BE69BF5}" dt="2025-08-19T23:49:53.362" v="101"/>
      <pc:docMkLst>
        <pc:docMk/>
      </pc:docMkLst>
      <pc:sldChg chg="addSp delSp modSp mod">
        <pc:chgData name="Marcos Maillot" userId="fa14b39d-e966-4ebb-a436-4f96f84b9577" providerId="ADAL" clId="{055F0164-26D4-4F47-BC5A-7A794BE69BF5}" dt="2025-08-19T23:49:53.362" v="101"/>
        <pc:sldMkLst>
          <pc:docMk/>
          <pc:sldMk cId="0" sldId="274"/>
        </pc:sldMkLst>
        <pc:grpChg chg="del mod">
          <ac:chgData name="Marcos Maillot" userId="fa14b39d-e966-4ebb-a436-4f96f84b9577" providerId="ADAL" clId="{055F0164-26D4-4F47-BC5A-7A794BE69BF5}" dt="2025-08-19T23:47:54.923" v="22"/>
          <ac:grpSpMkLst>
            <pc:docMk/>
            <pc:sldMk cId="0" sldId="274"/>
            <ac:grpSpMk id="9" creationId="{A59ECEB6-6958-E9D9-5370-D4472DA812F4}"/>
          </ac:grpSpMkLst>
        </pc:grpChg>
        <pc:grpChg chg="del mod">
          <ac:chgData name="Marcos Maillot" userId="fa14b39d-e966-4ebb-a436-4f96f84b9577" providerId="ADAL" clId="{055F0164-26D4-4F47-BC5A-7A794BE69BF5}" dt="2025-08-19T23:47:55.877" v="24"/>
          <ac:grpSpMkLst>
            <pc:docMk/>
            <pc:sldMk cId="0" sldId="274"/>
            <ac:grpSpMk id="24" creationId="{EE8838E9-A214-909A-92C2-E330C3F1418F}"/>
          </ac:grpSpMkLst>
        </pc:grpChg>
        <pc:grpChg chg="del mod">
          <ac:chgData name="Marcos Maillot" userId="fa14b39d-e966-4ebb-a436-4f96f84b9577" providerId="ADAL" clId="{055F0164-26D4-4F47-BC5A-7A794BE69BF5}" dt="2025-08-19T23:48:08.100" v="38"/>
          <ac:grpSpMkLst>
            <pc:docMk/>
            <pc:sldMk cId="0" sldId="274"/>
            <ac:grpSpMk id="26" creationId="{E7D0C786-09D4-39B4-7488-4E17A0A19F69}"/>
          </ac:grpSpMkLst>
        </pc:grpChg>
        <pc:grpChg chg="del mod">
          <ac:chgData name="Marcos Maillot" userId="fa14b39d-e966-4ebb-a436-4f96f84b9577" providerId="ADAL" clId="{055F0164-26D4-4F47-BC5A-7A794BE69BF5}" dt="2025-08-19T23:49:13.797" v="90"/>
          <ac:grpSpMkLst>
            <pc:docMk/>
            <pc:sldMk cId="0" sldId="274"/>
            <ac:grpSpMk id="38" creationId="{F70FE8B4-9EE1-10B7-73C1-C07C29097182}"/>
          </ac:grpSpMkLst>
        </pc:grpChg>
        <pc:grpChg chg="del mod">
          <ac:chgData name="Marcos Maillot" userId="fa14b39d-e966-4ebb-a436-4f96f84b9577" providerId="ADAL" clId="{055F0164-26D4-4F47-BC5A-7A794BE69BF5}" dt="2025-08-19T23:48:19.903" v="44"/>
          <ac:grpSpMkLst>
            <pc:docMk/>
            <pc:sldMk cId="0" sldId="274"/>
            <ac:grpSpMk id="40" creationId="{EA1D788B-89C4-426B-1B43-D9FD6C2617FD}"/>
          </ac:grpSpMkLst>
        </pc:grpChg>
        <pc:grpChg chg="del mod">
          <ac:chgData name="Marcos Maillot" userId="fa14b39d-e966-4ebb-a436-4f96f84b9577" providerId="ADAL" clId="{055F0164-26D4-4F47-BC5A-7A794BE69BF5}" dt="2025-08-19T23:48:38.429" v="63"/>
          <ac:grpSpMkLst>
            <pc:docMk/>
            <pc:sldMk cId="0" sldId="274"/>
            <ac:grpSpMk id="46" creationId="{B7AB3377-CB59-F7EE-DBDE-05958961DAC0}"/>
          </ac:grpSpMkLst>
        </pc:grpChg>
        <pc:grpChg chg="del mod">
          <ac:chgData name="Marcos Maillot" userId="fa14b39d-e966-4ebb-a436-4f96f84b9577" providerId="ADAL" clId="{055F0164-26D4-4F47-BC5A-7A794BE69BF5}" dt="2025-08-19T23:48:38.429" v="63"/>
          <ac:grpSpMkLst>
            <pc:docMk/>
            <pc:sldMk cId="0" sldId="274"/>
            <ac:grpSpMk id="47" creationId="{0989AFC9-3E4F-30A2-94F8-4830448E5F97}"/>
          </ac:grpSpMkLst>
        </pc:grpChg>
        <pc:grpChg chg="del mod">
          <ac:chgData name="Marcos Maillot" userId="fa14b39d-e966-4ebb-a436-4f96f84b9577" providerId="ADAL" clId="{055F0164-26D4-4F47-BC5A-7A794BE69BF5}" dt="2025-08-19T23:48:27.598" v="61"/>
          <ac:grpSpMkLst>
            <pc:docMk/>
            <pc:sldMk cId="0" sldId="274"/>
            <ac:grpSpMk id="54" creationId="{38612F75-020D-796C-EAF2-EAECC570B8E7}"/>
          </ac:grpSpMkLst>
        </pc:grpChg>
        <pc:grpChg chg="del mod">
          <ac:chgData name="Marcos Maillot" userId="fa14b39d-e966-4ebb-a436-4f96f84b9577" providerId="ADAL" clId="{055F0164-26D4-4F47-BC5A-7A794BE69BF5}" dt="2025-08-19T23:49:13.797" v="90"/>
          <ac:grpSpMkLst>
            <pc:docMk/>
            <pc:sldMk cId="0" sldId="274"/>
            <ac:grpSpMk id="256" creationId="{0EED0B12-D115-A686-46C1-1E6FDCCB19E9}"/>
          </ac:grpSpMkLst>
        </pc:grpChg>
        <pc:grpChg chg="del mod">
          <ac:chgData name="Marcos Maillot" userId="fa14b39d-e966-4ebb-a436-4f96f84b9577" providerId="ADAL" clId="{055F0164-26D4-4F47-BC5A-7A794BE69BF5}" dt="2025-08-19T23:48:45.643" v="66"/>
          <ac:grpSpMkLst>
            <pc:docMk/>
            <pc:sldMk cId="0" sldId="274"/>
            <ac:grpSpMk id="258" creationId="{29B5D174-26BD-3864-AA98-46AA91D37DD8}"/>
          </ac:grpSpMkLst>
        </pc:grpChg>
        <pc:grpChg chg="del mod">
          <ac:chgData name="Marcos Maillot" userId="fa14b39d-e966-4ebb-a436-4f96f84b9577" providerId="ADAL" clId="{055F0164-26D4-4F47-BC5A-7A794BE69BF5}" dt="2025-08-19T23:48:50.953" v="72"/>
          <ac:grpSpMkLst>
            <pc:docMk/>
            <pc:sldMk cId="0" sldId="274"/>
            <ac:grpSpMk id="261" creationId="{DCE97EF9-5F22-242F-5D68-2E93DDB24D6D}"/>
          </ac:grpSpMkLst>
        </pc:grpChg>
        <pc:grpChg chg="del mod">
          <ac:chgData name="Marcos Maillot" userId="fa14b39d-e966-4ebb-a436-4f96f84b9577" providerId="ADAL" clId="{055F0164-26D4-4F47-BC5A-7A794BE69BF5}" dt="2025-08-19T23:48:59.759" v="88"/>
          <ac:grpSpMkLst>
            <pc:docMk/>
            <pc:sldMk cId="0" sldId="274"/>
            <ac:grpSpMk id="263" creationId="{978B4438-45E8-7B73-5B0C-784556A49E5B}"/>
          </ac:grpSpMkLst>
        </pc:grpChg>
        <pc:grpChg chg="del mod">
          <ac:chgData name="Marcos Maillot" userId="fa14b39d-e966-4ebb-a436-4f96f84b9577" providerId="ADAL" clId="{055F0164-26D4-4F47-BC5A-7A794BE69BF5}" dt="2025-08-19T23:48:57.376" v="85"/>
          <ac:grpSpMkLst>
            <pc:docMk/>
            <pc:sldMk cId="0" sldId="274"/>
            <ac:grpSpMk id="267" creationId="{22CFD27C-E40C-F14A-5827-1F8703871839}"/>
          </ac:grpSpMkLst>
        </pc:grpChg>
        <pc:grpChg chg="del mod">
          <ac:chgData name="Marcos Maillot" userId="fa14b39d-e966-4ebb-a436-4f96f84b9577" providerId="ADAL" clId="{055F0164-26D4-4F47-BC5A-7A794BE69BF5}" dt="2025-08-19T23:48:59.759" v="88"/>
          <ac:grpSpMkLst>
            <pc:docMk/>
            <pc:sldMk cId="0" sldId="274"/>
            <ac:grpSpMk id="280" creationId="{F2C556B6-34BB-1D31-0625-B208A4ACFD88}"/>
          </ac:grpSpMkLst>
        </pc:grpChg>
        <pc:grpChg chg="del mod">
          <ac:chgData name="Marcos Maillot" userId="fa14b39d-e966-4ebb-a436-4f96f84b9577" providerId="ADAL" clId="{055F0164-26D4-4F47-BC5A-7A794BE69BF5}" dt="2025-08-19T23:49:13.797" v="90"/>
          <ac:grpSpMkLst>
            <pc:docMk/>
            <pc:sldMk cId="0" sldId="274"/>
            <ac:grpSpMk id="283" creationId="{3C1BF18A-6B8F-C486-615B-99FE5E345501}"/>
          </ac:grpSpMkLst>
        </pc:grpChg>
        <pc:grpChg chg="del mod">
          <ac:chgData name="Marcos Maillot" userId="fa14b39d-e966-4ebb-a436-4f96f84b9577" providerId="ADAL" clId="{055F0164-26D4-4F47-BC5A-7A794BE69BF5}" dt="2025-08-19T23:49:13.797" v="90"/>
          <ac:grpSpMkLst>
            <pc:docMk/>
            <pc:sldMk cId="0" sldId="274"/>
            <ac:grpSpMk id="291" creationId="{CC4C2CE3-38F8-065E-0657-2EACA924C828}"/>
          </ac:grpSpMkLst>
        </pc:grpChg>
        <pc:grpChg chg="mod">
          <ac:chgData name="Marcos Maillot" userId="fa14b39d-e966-4ebb-a436-4f96f84b9577" providerId="ADAL" clId="{055F0164-26D4-4F47-BC5A-7A794BE69BF5}" dt="2025-08-19T23:49:13.797" v="90"/>
          <ac:grpSpMkLst>
            <pc:docMk/>
            <pc:sldMk cId="0" sldId="274"/>
            <ac:grpSpMk id="293" creationId="{064FE795-1EB1-4667-D390-2DE6B4958473}"/>
          </ac:grpSpMkLst>
        </pc:grpChg>
        <pc:grpChg chg="mod">
          <ac:chgData name="Marcos Maillot" userId="fa14b39d-e966-4ebb-a436-4f96f84b9577" providerId="ADAL" clId="{055F0164-26D4-4F47-BC5A-7A794BE69BF5}" dt="2025-08-19T23:49:17.756" v="93"/>
          <ac:grpSpMkLst>
            <pc:docMk/>
            <pc:sldMk cId="0" sldId="274"/>
            <ac:grpSpMk id="296" creationId="{B2DC2793-4AC8-1829-F424-EDC95AAE8D6B}"/>
          </ac:grpSpMkLst>
        </pc:grpChg>
        <pc:grpChg chg="mod">
          <ac:chgData name="Marcos Maillot" userId="fa14b39d-e966-4ebb-a436-4f96f84b9577" providerId="ADAL" clId="{055F0164-26D4-4F47-BC5A-7A794BE69BF5}" dt="2025-08-19T23:49:49.156" v="98"/>
          <ac:grpSpMkLst>
            <pc:docMk/>
            <pc:sldMk cId="0" sldId="274"/>
            <ac:grpSpMk id="301" creationId="{AD11EA58-57E7-ABEC-7F92-839262BA46EC}"/>
          </ac:grpSpMkLst>
        </pc:grpChg>
        <pc:grpChg chg="mod">
          <ac:chgData name="Marcos Maillot" userId="fa14b39d-e966-4ebb-a436-4f96f84b9577" providerId="ADAL" clId="{055F0164-26D4-4F47-BC5A-7A794BE69BF5}" dt="2025-08-19T23:49:53.362" v="101"/>
          <ac:grpSpMkLst>
            <pc:docMk/>
            <pc:sldMk cId="0" sldId="274"/>
            <ac:grpSpMk id="304" creationId="{59E77250-AF75-A24B-0F29-B8D54475356E}"/>
          </ac:grpSpMkLst>
        </pc:grpChg>
        <pc:inkChg chg="add mod">
          <ac:chgData name="Marcos Maillot" userId="fa14b39d-e966-4ebb-a436-4f96f84b9577" providerId="ADAL" clId="{055F0164-26D4-4F47-BC5A-7A794BE69BF5}" dt="2025-08-19T23:47:48.375" v="7"/>
          <ac:inkMkLst>
            <pc:docMk/>
            <pc:sldMk cId="0" sldId="274"/>
            <ac:inkMk id="2" creationId="{63B88B24-DE6D-7396-9F26-56C9758CF113}"/>
          </ac:inkMkLst>
        </pc:inkChg>
        <pc:inkChg chg="add mod">
          <ac:chgData name="Marcos Maillot" userId="fa14b39d-e966-4ebb-a436-4f96f84b9577" providerId="ADAL" clId="{055F0164-26D4-4F47-BC5A-7A794BE69BF5}" dt="2025-08-19T23:47:48.375" v="7"/>
          <ac:inkMkLst>
            <pc:docMk/>
            <pc:sldMk cId="0" sldId="274"/>
            <ac:inkMk id="3" creationId="{9D0B3870-2871-43CE-20FF-BD9626E3C300}"/>
          </ac:inkMkLst>
        </pc:inkChg>
        <pc:inkChg chg="add mod">
          <ac:chgData name="Marcos Maillot" userId="fa14b39d-e966-4ebb-a436-4f96f84b9577" providerId="ADAL" clId="{055F0164-26D4-4F47-BC5A-7A794BE69BF5}" dt="2025-08-19T23:47:48.375" v="7"/>
          <ac:inkMkLst>
            <pc:docMk/>
            <pc:sldMk cId="0" sldId="274"/>
            <ac:inkMk id="4" creationId="{D7353825-932C-72A0-FC65-B271FBC7E648}"/>
          </ac:inkMkLst>
        </pc:inkChg>
        <pc:inkChg chg="add mod">
          <ac:chgData name="Marcos Maillot" userId="fa14b39d-e966-4ebb-a436-4f96f84b9577" providerId="ADAL" clId="{055F0164-26D4-4F47-BC5A-7A794BE69BF5}" dt="2025-08-19T23:47:48.375" v="7"/>
          <ac:inkMkLst>
            <pc:docMk/>
            <pc:sldMk cId="0" sldId="274"/>
            <ac:inkMk id="5" creationId="{CDA73753-9F8F-686D-1DC5-1495A2E9EFAE}"/>
          </ac:inkMkLst>
        </pc:inkChg>
        <pc:inkChg chg="add mod">
          <ac:chgData name="Marcos Maillot" userId="fa14b39d-e966-4ebb-a436-4f96f84b9577" providerId="ADAL" clId="{055F0164-26D4-4F47-BC5A-7A794BE69BF5}" dt="2025-08-19T23:48:59.759" v="88"/>
          <ac:inkMkLst>
            <pc:docMk/>
            <pc:sldMk cId="0" sldId="274"/>
            <ac:inkMk id="6" creationId="{EE0AA1C8-2745-E1D0-BF42-8BAFFA15360E}"/>
          </ac:inkMkLst>
        </pc:inkChg>
        <pc:inkChg chg="add mod">
          <ac:chgData name="Marcos Maillot" userId="fa14b39d-e966-4ebb-a436-4f96f84b9577" providerId="ADAL" clId="{055F0164-26D4-4F47-BC5A-7A794BE69BF5}" dt="2025-08-19T23:48:59.759" v="88"/>
          <ac:inkMkLst>
            <pc:docMk/>
            <pc:sldMk cId="0" sldId="274"/>
            <ac:inkMk id="7" creationId="{F11E3350-C31F-0FA7-07FD-1239BFEC2B5F}"/>
          </ac:inkMkLst>
        </pc:inkChg>
        <pc:inkChg chg="add mod">
          <ac:chgData name="Marcos Maillot" userId="fa14b39d-e966-4ebb-a436-4f96f84b9577" providerId="ADAL" clId="{055F0164-26D4-4F47-BC5A-7A794BE69BF5}" dt="2025-08-19T23:48:57.376" v="85"/>
          <ac:inkMkLst>
            <pc:docMk/>
            <pc:sldMk cId="0" sldId="274"/>
            <ac:inkMk id="8" creationId="{23D970E9-CF31-61DD-C0B3-2EF62A6275A2}"/>
          </ac:inkMkLst>
        </pc:inkChg>
        <pc:inkChg chg="add mod">
          <ac:chgData name="Marcos Maillot" userId="fa14b39d-e966-4ebb-a436-4f96f84b9577" providerId="ADAL" clId="{055F0164-26D4-4F47-BC5A-7A794BE69BF5}" dt="2025-08-19T23:48:59.759" v="88"/>
          <ac:inkMkLst>
            <pc:docMk/>
            <pc:sldMk cId="0" sldId="274"/>
            <ac:inkMk id="10" creationId="{29B85D9C-C7C0-A68A-AB40-31D786794AAD}"/>
          </ac:inkMkLst>
        </pc:inkChg>
        <pc:inkChg chg="add mod">
          <ac:chgData name="Marcos Maillot" userId="fa14b39d-e966-4ebb-a436-4f96f84b9577" providerId="ADAL" clId="{055F0164-26D4-4F47-BC5A-7A794BE69BF5}" dt="2025-08-19T23:48:50.953" v="72"/>
          <ac:inkMkLst>
            <pc:docMk/>
            <pc:sldMk cId="0" sldId="274"/>
            <ac:inkMk id="11" creationId="{A8B99D61-1CA2-9F4B-3EDA-6F5894DA1110}"/>
          </ac:inkMkLst>
        </pc:inkChg>
        <pc:inkChg chg="add">
          <ac:chgData name="Marcos Maillot" userId="fa14b39d-e966-4ebb-a436-4f96f84b9577" providerId="ADAL" clId="{055F0164-26D4-4F47-BC5A-7A794BE69BF5}" dt="2025-08-19T23:47:49.582" v="10" actId="9405"/>
          <ac:inkMkLst>
            <pc:docMk/>
            <pc:sldMk cId="0" sldId="274"/>
            <ac:inkMk id="12" creationId="{C581C9B3-14A1-B649-2184-45109ABBF6C2}"/>
          </ac:inkMkLst>
        </pc:inkChg>
        <pc:inkChg chg="add mod">
          <ac:chgData name="Marcos Maillot" userId="fa14b39d-e966-4ebb-a436-4f96f84b9577" providerId="ADAL" clId="{055F0164-26D4-4F47-BC5A-7A794BE69BF5}" dt="2025-08-19T23:48:50.953" v="72"/>
          <ac:inkMkLst>
            <pc:docMk/>
            <pc:sldMk cId="0" sldId="274"/>
            <ac:inkMk id="13" creationId="{2AC3DA52-7CDD-FB21-CA10-8AA19486FBFD}"/>
          </ac:inkMkLst>
        </pc:inkChg>
        <pc:inkChg chg="add mod">
          <ac:chgData name="Marcos Maillot" userId="fa14b39d-e966-4ebb-a436-4f96f84b9577" providerId="ADAL" clId="{055F0164-26D4-4F47-BC5A-7A794BE69BF5}" dt="2025-08-19T23:48:50.953" v="72"/>
          <ac:inkMkLst>
            <pc:docMk/>
            <pc:sldMk cId="0" sldId="274"/>
            <ac:inkMk id="14" creationId="{8B4C7015-2027-8D48-9449-A6F3B127DDE9}"/>
          </ac:inkMkLst>
        </pc:inkChg>
        <pc:inkChg chg="add mod">
          <ac:chgData name="Marcos Maillot" userId="fa14b39d-e966-4ebb-a436-4f96f84b9577" providerId="ADAL" clId="{055F0164-26D4-4F47-BC5A-7A794BE69BF5}" dt="2025-08-19T23:48:50.953" v="72"/>
          <ac:inkMkLst>
            <pc:docMk/>
            <pc:sldMk cId="0" sldId="274"/>
            <ac:inkMk id="15" creationId="{7374094A-CFFA-911D-14BC-FDEACD2711C7}"/>
          </ac:inkMkLst>
        </pc:inkChg>
        <pc:inkChg chg="add">
          <ac:chgData name="Marcos Maillot" userId="fa14b39d-e966-4ebb-a436-4f96f84b9577" providerId="ADAL" clId="{055F0164-26D4-4F47-BC5A-7A794BE69BF5}" dt="2025-08-19T23:47:50.695" v="14" actId="9405"/>
          <ac:inkMkLst>
            <pc:docMk/>
            <pc:sldMk cId="0" sldId="274"/>
            <ac:inkMk id="16" creationId="{51DBD013-F254-9FB9-391B-205DBE315F1F}"/>
          </ac:inkMkLst>
        </pc:inkChg>
        <pc:inkChg chg="add mod">
          <ac:chgData name="Marcos Maillot" userId="fa14b39d-e966-4ebb-a436-4f96f84b9577" providerId="ADAL" clId="{055F0164-26D4-4F47-BC5A-7A794BE69BF5}" dt="2025-08-19T23:48:57.376" v="85"/>
          <ac:inkMkLst>
            <pc:docMk/>
            <pc:sldMk cId="0" sldId="274"/>
            <ac:inkMk id="17" creationId="{820EC682-9DE7-33A8-14AC-ABB29EC6C5F7}"/>
          </ac:inkMkLst>
        </pc:inkChg>
        <pc:inkChg chg="add mod">
          <ac:chgData name="Marcos Maillot" userId="fa14b39d-e966-4ebb-a436-4f96f84b9577" providerId="ADAL" clId="{055F0164-26D4-4F47-BC5A-7A794BE69BF5}" dt="2025-08-19T23:48:57.376" v="85"/>
          <ac:inkMkLst>
            <pc:docMk/>
            <pc:sldMk cId="0" sldId="274"/>
            <ac:inkMk id="18" creationId="{60101AAF-6E10-B80C-7364-93BB1B5866A2}"/>
          </ac:inkMkLst>
        </pc:inkChg>
        <pc:inkChg chg="add mod">
          <ac:chgData name="Marcos Maillot" userId="fa14b39d-e966-4ebb-a436-4f96f84b9577" providerId="ADAL" clId="{055F0164-26D4-4F47-BC5A-7A794BE69BF5}" dt="2025-08-19T23:48:50.953" v="72"/>
          <ac:inkMkLst>
            <pc:docMk/>
            <pc:sldMk cId="0" sldId="274"/>
            <ac:inkMk id="19" creationId="{7BF7B661-2FE3-CA0F-8030-859AADE1BC27}"/>
          </ac:inkMkLst>
        </pc:inkChg>
        <pc:inkChg chg="add">
          <ac:chgData name="Marcos Maillot" userId="fa14b39d-e966-4ebb-a436-4f96f84b9577" providerId="ADAL" clId="{055F0164-26D4-4F47-BC5A-7A794BE69BF5}" dt="2025-08-19T23:47:53.591" v="18" actId="9405"/>
          <ac:inkMkLst>
            <pc:docMk/>
            <pc:sldMk cId="0" sldId="274"/>
            <ac:inkMk id="20" creationId="{82CF9D90-CCA1-91A4-7CA6-5AD21B0BBD85}"/>
          </ac:inkMkLst>
        </pc:inkChg>
        <pc:inkChg chg="add mod">
          <ac:chgData name="Marcos Maillot" userId="fa14b39d-e966-4ebb-a436-4f96f84b9577" providerId="ADAL" clId="{055F0164-26D4-4F47-BC5A-7A794BE69BF5}" dt="2025-08-19T23:48:45.643" v="66"/>
          <ac:inkMkLst>
            <pc:docMk/>
            <pc:sldMk cId="0" sldId="274"/>
            <ac:inkMk id="21" creationId="{7D14CCC7-D7F6-A8B5-3005-4E3B48963A40}"/>
          </ac:inkMkLst>
        </pc:inkChg>
        <pc:inkChg chg="add mod">
          <ac:chgData name="Marcos Maillot" userId="fa14b39d-e966-4ebb-a436-4f96f84b9577" providerId="ADAL" clId="{055F0164-26D4-4F47-BC5A-7A794BE69BF5}" dt="2025-08-19T23:49:13.797" v="90"/>
          <ac:inkMkLst>
            <pc:docMk/>
            <pc:sldMk cId="0" sldId="274"/>
            <ac:inkMk id="22" creationId="{6C0114CA-7F5D-93FF-D57C-C45574C0C442}"/>
          </ac:inkMkLst>
        </pc:inkChg>
        <pc:inkChg chg="add mod">
          <ac:chgData name="Marcos Maillot" userId="fa14b39d-e966-4ebb-a436-4f96f84b9577" providerId="ADAL" clId="{055F0164-26D4-4F47-BC5A-7A794BE69BF5}" dt="2025-08-19T23:48:50.953" v="72"/>
          <ac:inkMkLst>
            <pc:docMk/>
            <pc:sldMk cId="0" sldId="274"/>
            <ac:inkMk id="23" creationId="{5F59F421-2FFF-E53A-83DB-CB2451691385}"/>
          </ac:inkMkLst>
        </pc:inkChg>
        <pc:inkChg chg="add mod">
          <ac:chgData name="Marcos Maillot" userId="fa14b39d-e966-4ebb-a436-4f96f84b9577" providerId="ADAL" clId="{055F0164-26D4-4F47-BC5A-7A794BE69BF5}" dt="2025-08-19T23:48:50.953" v="72"/>
          <ac:inkMkLst>
            <pc:docMk/>
            <pc:sldMk cId="0" sldId="274"/>
            <ac:inkMk id="25" creationId="{F8BB5DEA-C05D-2B41-A0FE-01DA79A7F3F6}"/>
          </ac:inkMkLst>
        </pc:inkChg>
        <pc:inkChg chg="add mod">
          <ac:chgData name="Marcos Maillot" userId="fa14b39d-e966-4ebb-a436-4f96f84b9577" providerId="ADAL" clId="{055F0164-26D4-4F47-BC5A-7A794BE69BF5}" dt="2025-08-19T23:48:03.220" v="36"/>
          <ac:inkMkLst>
            <pc:docMk/>
            <pc:sldMk cId="0" sldId="274"/>
            <ac:inkMk id="27" creationId="{23B3E9CE-5864-6F5C-ABB0-FF2ABFFA7B74}"/>
          </ac:inkMkLst>
        </pc:inkChg>
        <pc:inkChg chg="add mod">
          <ac:chgData name="Marcos Maillot" userId="fa14b39d-e966-4ebb-a436-4f96f84b9577" providerId="ADAL" clId="{055F0164-26D4-4F47-BC5A-7A794BE69BF5}" dt="2025-08-19T23:48:03.220" v="36"/>
          <ac:inkMkLst>
            <pc:docMk/>
            <pc:sldMk cId="0" sldId="274"/>
            <ac:inkMk id="28" creationId="{ED519B8F-842A-AAF0-5CD0-9F71115A27D5}"/>
          </ac:inkMkLst>
        </pc:inkChg>
        <pc:inkChg chg="add mod">
          <ac:chgData name="Marcos Maillot" userId="fa14b39d-e966-4ebb-a436-4f96f84b9577" providerId="ADAL" clId="{055F0164-26D4-4F47-BC5A-7A794BE69BF5}" dt="2025-08-19T23:49:13.797" v="90"/>
          <ac:inkMkLst>
            <pc:docMk/>
            <pc:sldMk cId="0" sldId="274"/>
            <ac:inkMk id="29" creationId="{54FB5910-CA3E-461E-5366-8EE461D0ADB3}"/>
          </ac:inkMkLst>
        </pc:inkChg>
        <pc:inkChg chg="add mod">
          <ac:chgData name="Marcos Maillot" userId="fa14b39d-e966-4ebb-a436-4f96f84b9577" providerId="ADAL" clId="{055F0164-26D4-4F47-BC5A-7A794BE69BF5}" dt="2025-08-19T23:48:03.220" v="36"/>
          <ac:inkMkLst>
            <pc:docMk/>
            <pc:sldMk cId="0" sldId="274"/>
            <ac:inkMk id="30" creationId="{38D2788D-C02A-EED7-F7D2-3CBD29937798}"/>
          </ac:inkMkLst>
        </pc:inkChg>
        <pc:inkChg chg="add mod">
          <ac:chgData name="Marcos Maillot" userId="fa14b39d-e966-4ebb-a436-4f96f84b9577" providerId="ADAL" clId="{055F0164-26D4-4F47-BC5A-7A794BE69BF5}" dt="2025-08-19T23:48:03.220" v="36"/>
          <ac:inkMkLst>
            <pc:docMk/>
            <pc:sldMk cId="0" sldId="274"/>
            <ac:inkMk id="31" creationId="{1B8EA684-3D9B-E567-7958-330A63B3D394}"/>
          </ac:inkMkLst>
        </pc:inkChg>
        <pc:inkChg chg="add">
          <ac:chgData name="Marcos Maillot" userId="fa14b39d-e966-4ebb-a436-4f96f84b9577" providerId="ADAL" clId="{055F0164-26D4-4F47-BC5A-7A794BE69BF5}" dt="2025-08-19T23:47:59.986" v="30" actId="9405"/>
          <ac:inkMkLst>
            <pc:docMk/>
            <pc:sldMk cId="0" sldId="274"/>
            <ac:inkMk id="32" creationId="{218945B3-F153-9FA7-0912-961819D15FAB}"/>
          </ac:inkMkLst>
        </pc:inkChg>
        <pc:inkChg chg="add mod">
          <ac:chgData name="Marcos Maillot" userId="fa14b39d-e966-4ebb-a436-4f96f84b9577" providerId="ADAL" clId="{055F0164-26D4-4F47-BC5A-7A794BE69BF5}" dt="2025-08-19T23:48:03.220" v="36"/>
          <ac:inkMkLst>
            <pc:docMk/>
            <pc:sldMk cId="0" sldId="274"/>
            <ac:inkMk id="33" creationId="{E546FFEA-81CF-625B-5E89-68B6C42439E2}"/>
          </ac:inkMkLst>
        </pc:inkChg>
        <pc:inkChg chg="add mod">
          <ac:chgData name="Marcos Maillot" userId="fa14b39d-e966-4ebb-a436-4f96f84b9577" providerId="ADAL" clId="{055F0164-26D4-4F47-BC5A-7A794BE69BF5}" dt="2025-08-19T23:48:03.220" v="36"/>
          <ac:inkMkLst>
            <pc:docMk/>
            <pc:sldMk cId="0" sldId="274"/>
            <ac:inkMk id="34" creationId="{2C915010-0518-2F9C-4366-E69948315F52}"/>
          </ac:inkMkLst>
        </pc:inkChg>
        <pc:inkChg chg="add">
          <ac:chgData name="Marcos Maillot" userId="fa14b39d-e966-4ebb-a436-4f96f84b9577" providerId="ADAL" clId="{055F0164-26D4-4F47-BC5A-7A794BE69BF5}" dt="2025-08-19T23:48:01.232" v="33" actId="9405"/>
          <ac:inkMkLst>
            <pc:docMk/>
            <pc:sldMk cId="0" sldId="274"/>
            <ac:inkMk id="35" creationId="{1DFC7C29-0FA2-3FFC-360F-700FBDC36166}"/>
          </ac:inkMkLst>
        </pc:inkChg>
        <pc:inkChg chg="add mod">
          <ac:chgData name="Marcos Maillot" userId="fa14b39d-e966-4ebb-a436-4f96f84b9577" providerId="ADAL" clId="{055F0164-26D4-4F47-BC5A-7A794BE69BF5}" dt="2025-08-19T23:48:03.220" v="36"/>
          <ac:inkMkLst>
            <pc:docMk/>
            <pc:sldMk cId="0" sldId="274"/>
            <ac:inkMk id="36" creationId="{BC0D4038-41C1-A371-BC44-71117F8E819C}"/>
          </ac:inkMkLst>
        </pc:inkChg>
        <pc:inkChg chg="add mod">
          <ac:chgData name="Marcos Maillot" userId="fa14b39d-e966-4ebb-a436-4f96f84b9577" providerId="ADAL" clId="{055F0164-26D4-4F47-BC5A-7A794BE69BF5}" dt="2025-08-19T23:48:03.220" v="36"/>
          <ac:inkMkLst>
            <pc:docMk/>
            <pc:sldMk cId="0" sldId="274"/>
            <ac:inkMk id="37" creationId="{C01A2F16-6FC9-3338-0E56-5B2E7F2F4ACD}"/>
          </ac:inkMkLst>
        </pc:inkChg>
        <pc:inkChg chg="add">
          <ac:chgData name="Marcos Maillot" userId="fa14b39d-e966-4ebb-a436-4f96f84b9577" providerId="ADAL" clId="{055F0164-26D4-4F47-BC5A-7A794BE69BF5}" dt="2025-08-19T23:48:07.086" v="37" actId="9405"/>
          <ac:inkMkLst>
            <pc:docMk/>
            <pc:sldMk cId="0" sldId="274"/>
            <ac:inkMk id="39" creationId="{3E635C80-4809-6D63-91FA-A9C8F650EB93}"/>
          </ac:inkMkLst>
        </pc:inkChg>
        <pc:inkChg chg="add mod">
          <ac:chgData name="Marcos Maillot" userId="fa14b39d-e966-4ebb-a436-4f96f84b9577" providerId="ADAL" clId="{055F0164-26D4-4F47-BC5A-7A794BE69BF5}" dt="2025-08-19T23:48:59.759" v="88"/>
          <ac:inkMkLst>
            <pc:docMk/>
            <pc:sldMk cId="0" sldId="274"/>
            <ac:inkMk id="41" creationId="{90FB7CB9-0715-E8C3-E308-CB6CCF1F6007}"/>
          </ac:inkMkLst>
        </pc:inkChg>
        <pc:inkChg chg="add mod">
          <ac:chgData name="Marcos Maillot" userId="fa14b39d-e966-4ebb-a436-4f96f84b9577" providerId="ADAL" clId="{055F0164-26D4-4F47-BC5A-7A794BE69BF5}" dt="2025-08-19T23:48:47.446" v="68"/>
          <ac:inkMkLst>
            <pc:docMk/>
            <pc:sldMk cId="0" sldId="274"/>
            <ac:inkMk id="42" creationId="{D5C8E106-70F6-E153-D027-4D5829D34384}"/>
          </ac:inkMkLst>
        </pc:inkChg>
        <pc:inkChg chg="add">
          <ac:chgData name="Marcos Maillot" userId="fa14b39d-e966-4ebb-a436-4f96f84b9577" providerId="ADAL" clId="{055F0164-26D4-4F47-BC5A-7A794BE69BF5}" dt="2025-08-19T23:48:18.913" v="41" actId="9405"/>
          <ac:inkMkLst>
            <pc:docMk/>
            <pc:sldMk cId="0" sldId="274"/>
            <ac:inkMk id="43" creationId="{8A1E082F-09E2-96A3-48A8-3D7828999E58}"/>
          </ac:inkMkLst>
        </pc:inkChg>
        <pc:inkChg chg="add">
          <ac:chgData name="Marcos Maillot" userId="fa14b39d-e966-4ebb-a436-4f96f84b9577" providerId="ADAL" clId="{055F0164-26D4-4F47-BC5A-7A794BE69BF5}" dt="2025-08-19T23:48:19.036" v="42" actId="9405"/>
          <ac:inkMkLst>
            <pc:docMk/>
            <pc:sldMk cId="0" sldId="274"/>
            <ac:inkMk id="44" creationId="{D90FA5B1-41AC-9939-57AB-D473454C15A9}"/>
          </ac:inkMkLst>
        </pc:inkChg>
        <pc:inkChg chg="add mod">
          <ac:chgData name="Marcos Maillot" userId="fa14b39d-e966-4ebb-a436-4f96f84b9577" providerId="ADAL" clId="{055F0164-26D4-4F47-BC5A-7A794BE69BF5}" dt="2025-08-19T23:48:59.759" v="88"/>
          <ac:inkMkLst>
            <pc:docMk/>
            <pc:sldMk cId="0" sldId="274"/>
            <ac:inkMk id="45" creationId="{E131BA32-D4A7-C861-D9C6-5B9AF9C3A227}"/>
          </ac:inkMkLst>
        </pc:inkChg>
        <pc:inkChg chg="add mod">
          <ac:chgData name="Marcos Maillot" userId="fa14b39d-e966-4ebb-a436-4f96f84b9577" providerId="ADAL" clId="{055F0164-26D4-4F47-BC5A-7A794BE69BF5}" dt="2025-08-19T23:48:27.598" v="61"/>
          <ac:inkMkLst>
            <pc:docMk/>
            <pc:sldMk cId="0" sldId="274"/>
            <ac:inkMk id="48" creationId="{0C052D8F-A1EA-AE07-0B8A-D1F96CA50699}"/>
          </ac:inkMkLst>
        </pc:inkChg>
        <pc:inkChg chg="add mod">
          <ac:chgData name="Marcos Maillot" userId="fa14b39d-e966-4ebb-a436-4f96f84b9577" providerId="ADAL" clId="{055F0164-26D4-4F47-BC5A-7A794BE69BF5}" dt="2025-08-19T23:48:23.367" v="51"/>
          <ac:inkMkLst>
            <pc:docMk/>
            <pc:sldMk cId="0" sldId="274"/>
            <ac:inkMk id="49" creationId="{D93D3EFA-A332-FE78-5E35-EFB6A496BDD2}"/>
          </ac:inkMkLst>
        </pc:inkChg>
        <pc:inkChg chg="add mod">
          <ac:chgData name="Marcos Maillot" userId="fa14b39d-e966-4ebb-a436-4f96f84b9577" providerId="ADAL" clId="{055F0164-26D4-4F47-BC5A-7A794BE69BF5}" dt="2025-08-19T23:48:27.598" v="61"/>
          <ac:inkMkLst>
            <pc:docMk/>
            <pc:sldMk cId="0" sldId="274"/>
            <ac:inkMk id="50" creationId="{DAECF8EA-21EF-CB37-DA7F-8A6204266FD5}"/>
          </ac:inkMkLst>
        </pc:inkChg>
        <pc:inkChg chg="add mod">
          <ac:chgData name="Marcos Maillot" userId="fa14b39d-e966-4ebb-a436-4f96f84b9577" providerId="ADAL" clId="{055F0164-26D4-4F47-BC5A-7A794BE69BF5}" dt="2025-08-19T23:48:27.598" v="61"/>
          <ac:inkMkLst>
            <pc:docMk/>
            <pc:sldMk cId="0" sldId="274"/>
            <ac:inkMk id="51" creationId="{813BB993-7665-33CF-8AE3-2A43032B5172}"/>
          </ac:inkMkLst>
        </pc:inkChg>
        <pc:inkChg chg="add mod">
          <ac:chgData name="Marcos Maillot" userId="fa14b39d-e966-4ebb-a436-4f96f84b9577" providerId="ADAL" clId="{055F0164-26D4-4F47-BC5A-7A794BE69BF5}" dt="2025-08-19T23:48:23.367" v="51"/>
          <ac:inkMkLst>
            <pc:docMk/>
            <pc:sldMk cId="0" sldId="274"/>
            <ac:inkMk id="52" creationId="{55177FA8-2CC5-2AF3-E9B1-CD7BE7BB0DDD}"/>
          </ac:inkMkLst>
        </pc:inkChg>
        <pc:inkChg chg="add mod">
          <ac:chgData name="Marcos Maillot" userId="fa14b39d-e966-4ebb-a436-4f96f84b9577" providerId="ADAL" clId="{055F0164-26D4-4F47-BC5A-7A794BE69BF5}" dt="2025-08-19T23:48:23.367" v="51"/>
          <ac:inkMkLst>
            <pc:docMk/>
            <pc:sldMk cId="0" sldId="274"/>
            <ac:inkMk id="53" creationId="{196AD9C6-994C-E57E-C3D6-90AF344EFDEB}"/>
          </ac:inkMkLst>
        </pc:inkChg>
        <pc:inkChg chg="add">
          <ac:chgData name="Marcos Maillot" userId="fa14b39d-e966-4ebb-a436-4f96f84b9577" providerId="ADAL" clId="{055F0164-26D4-4F47-BC5A-7A794BE69BF5}" dt="2025-08-19T23:48:23.643" v="52" actId="9405"/>
          <ac:inkMkLst>
            <pc:docMk/>
            <pc:sldMk cId="0" sldId="274"/>
            <ac:inkMk id="55" creationId="{36C31389-C63F-17C4-BCF6-FBD22F19245F}"/>
          </ac:inkMkLst>
        </pc:inkChg>
        <pc:inkChg chg="add mod">
          <ac:chgData name="Marcos Maillot" userId="fa14b39d-e966-4ebb-a436-4f96f84b9577" providerId="ADAL" clId="{055F0164-26D4-4F47-BC5A-7A794BE69BF5}" dt="2025-08-19T23:48:27.598" v="61"/>
          <ac:inkMkLst>
            <pc:docMk/>
            <pc:sldMk cId="0" sldId="274"/>
            <ac:inkMk id="56" creationId="{76C031E5-23C6-9577-1807-3E324F1A3F62}"/>
          </ac:inkMkLst>
        </pc:inkChg>
        <pc:inkChg chg="add mod">
          <ac:chgData name="Marcos Maillot" userId="fa14b39d-e966-4ebb-a436-4f96f84b9577" providerId="ADAL" clId="{055F0164-26D4-4F47-BC5A-7A794BE69BF5}" dt="2025-08-19T23:48:27.598" v="61"/>
          <ac:inkMkLst>
            <pc:docMk/>
            <pc:sldMk cId="0" sldId="274"/>
            <ac:inkMk id="57" creationId="{C894EFF1-2D04-1617-5A75-606C99D31455}"/>
          </ac:inkMkLst>
        </pc:inkChg>
        <pc:inkChg chg="add mod">
          <ac:chgData name="Marcos Maillot" userId="fa14b39d-e966-4ebb-a436-4f96f84b9577" providerId="ADAL" clId="{055F0164-26D4-4F47-BC5A-7A794BE69BF5}" dt="2025-08-19T23:48:27.598" v="61"/>
          <ac:inkMkLst>
            <pc:docMk/>
            <pc:sldMk cId="0" sldId="274"/>
            <ac:inkMk id="58" creationId="{BD0C2467-E155-106D-CF41-8F3B6BEA6024}"/>
          </ac:inkMkLst>
        </pc:inkChg>
        <pc:inkChg chg="add mod">
          <ac:chgData name="Marcos Maillot" userId="fa14b39d-e966-4ebb-a436-4f96f84b9577" providerId="ADAL" clId="{055F0164-26D4-4F47-BC5A-7A794BE69BF5}" dt="2025-08-19T23:48:27.598" v="61"/>
          <ac:inkMkLst>
            <pc:docMk/>
            <pc:sldMk cId="0" sldId="274"/>
            <ac:inkMk id="59" creationId="{6ED5CFF1-7271-E509-A242-42C84B58FF72}"/>
          </ac:inkMkLst>
        </pc:inkChg>
        <pc:inkChg chg="add">
          <ac:chgData name="Marcos Maillot" userId="fa14b39d-e966-4ebb-a436-4f96f84b9577" providerId="ADAL" clId="{055F0164-26D4-4F47-BC5A-7A794BE69BF5}" dt="2025-08-19T23:48:25.757" v="57" actId="9405"/>
          <ac:inkMkLst>
            <pc:docMk/>
            <pc:sldMk cId="0" sldId="274"/>
            <ac:inkMk id="60" creationId="{0F86E784-4BFC-E6EF-808E-34C5CB86703A}"/>
          </ac:inkMkLst>
        </pc:inkChg>
        <pc:inkChg chg="add mod">
          <ac:chgData name="Marcos Maillot" userId="fa14b39d-e966-4ebb-a436-4f96f84b9577" providerId="ADAL" clId="{055F0164-26D4-4F47-BC5A-7A794BE69BF5}" dt="2025-08-19T23:49:13.797" v="90"/>
          <ac:inkMkLst>
            <pc:docMk/>
            <pc:sldMk cId="0" sldId="274"/>
            <ac:inkMk id="61" creationId="{D3ABA247-A729-2A68-9C6E-A925A442CEB2}"/>
          </ac:inkMkLst>
        </pc:inkChg>
        <pc:inkChg chg="add">
          <ac:chgData name="Marcos Maillot" userId="fa14b39d-e966-4ebb-a436-4f96f84b9577" providerId="ADAL" clId="{055F0164-26D4-4F47-BC5A-7A794BE69BF5}" dt="2025-08-19T23:48:26.555" v="59" actId="9405"/>
          <ac:inkMkLst>
            <pc:docMk/>
            <pc:sldMk cId="0" sldId="274"/>
            <ac:inkMk id="62" creationId="{7325977B-16CF-F4A9-F355-2B359CA949E4}"/>
          </ac:inkMkLst>
        </pc:inkChg>
        <pc:inkChg chg="add mod">
          <ac:chgData name="Marcos Maillot" userId="fa14b39d-e966-4ebb-a436-4f96f84b9577" providerId="ADAL" clId="{055F0164-26D4-4F47-BC5A-7A794BE69BF5}" dt="2025-08-19T23:48:27.598" v="61"/>
          <ac:inkMkLst>
            <pc:docMk/>
            <pc:sldMk cId="0" sldId="274"/>
            <ac:inkMk id="63" creationId="{FE8EA3E0-7464-4B13-5283-221F91665D2A}"/>
          </ac:inkMkLst>
        </pc:inkChg>
        <pc:inkChg chg="add mod">
          <ac:chgData name="Marcos Maillot" userId="fa14b39d-e966-4ebb-a436-4f96f84b9577" providerId="ADAL" clId="{055F0164-26D4-4F47-BC5A-7A794BE69BF5}" dt="2025-08-19T23:48:45.643" v="66"/>
          <ac:inkMkLst>
            <pc:docMk/>
            <pc:sldMk cId="0" sldId="274"/>
            <ac:inkMk id="257" creationId="{959E5929-3DC1-0941-84F6-0715CCA8E600}"/>
          </ac:inkMkLst>
        </pc:inkChg>
        <pc:inkChg chg="add">
          <ac:chgData name="Marcos Maillot" userId="fa14b39d-e966-4ebb-a436-4f96f84b9577" providerId="ADAL" clId="{055F0164-26D4-4F47-BC5A-7A794BE69BF5}" dt="2025-08-19T23:48:42.631" v="64" actId="9405"/>
          <ac:inkMkLst>
            <pc:docMk/>
            <pc:sldMk cId="0" sldId="274"/>
            <ac:inkMk id="259" creationId="{38594AE2-865F-82CE-4D9A-E9F981DDFD6E}"/>
          </ac:inkMkLst>
        </pc:inkChg>
        <pc:inkChg chg="add mod">
          <ac:chgData name="Marcos Maillot" userId="fa14b39d-e966-4ebb-a436-4f96f84b9577" providerId="ADAL" clId="{055F0164-26D4-4F47-BC5A-7A794BE69BF5}" dt="2025-08-19T23:48:57.376" v="85"/>
          <ac:inkMkLst>
            <pc:docMk/>
            <pc:sldMk cId="0" sldId="274"/>
            <ac:inkMk id="260" creationId="{8F63A3E8-381A-562C-6BEB-7120B1FCAC90}"/>
          </ac:inkMkLst>
        </pc:inkChg>
        <pc:inkChg chg="add mod">
          <ac:chgData name="Marcos Maillot" userId="fa14b39d-e966-4ebb-a436-4f96f84b9577" providerId="ADAL" clId="{055F0164-26D4-4F47-BC5A-7A794BE69BF5}" dt="2025-08-19T23:48:47.446" v="68"/>
          <ac:inkMkLst>
            <pc:docMk/>
            <pc:sldMk cId="0" sldId="274"/>
            <ac:inkMk id="262" creationId="{9627B652-8C7D-6F94-F031-544255BD093A}"/>
          </ac:inkMkLst>
        </pc:inkChg>
        <pc:inkChg chg="add mod">
          <ac:chgData name="Marcos Maillot" userId="fa14b39d-e966-4ebb-a436-4f96f84b9577" providerId="ADAL" clId="{055F0164-26D4-4F47-BC5A-7A794BE69BF5}" dt="2025-08-19T23:49:13.797" v="90"/>
          <ac:inkMkLst>
            <pc:docMk/>
            <pc:sldMk cId="0" sldId="274"/>
            <ac:inkMk id="264" creationId="{E5547065-F8BD-3CB2-644F-BF3D6D1405D9}"/>
          </ac:inkMkLst>
        </pc:inkChg>
        <pc:inkChg chg="add">
          <ac:chgData name="Marcos Maillot" userId="fa14b39d-e966-4ebb-a436-4f96f84b9577" providerId="ADAL" clId="{055F0164-26D4-4F47-BC5A-7A794BE69BF5}" dt="2025-08-19T23:48:49.810" v="70" actId="9405"/>
          <ac:inkMkLst>
            <pc:docMk/>
            <pc:sldMk cId="0" sldId="274"/>
            <ac:inkMk id="265" creationId="{23C2C27E-6622-64D0-B7B6-7E52A44B5E8F}"/>
          </ac:inkMkLst>
        </pc:inkChg>
        <pc:inkChg chg="add">
          <ac:chgData name="Marcos Maillot" userId="fa14b39d-e966-4ebb-a436-4f96f84b9577" providerId="ADAL" clId="{055F0164-26D4-4F47-BC5A-7A794BE69BF5}" dt="2025-08-19T23:48:49.980" v="71" actId="9405"/>
          <ac:inkMkLst>
            <pc:docMk/>
            <pc:sldMk cId="0" sldId="274"/>
            <ac:inkMk id="266" creationId="{89C271B1-93E5-4AB1-0425-0FD22F2B1EBA}"/>
          </ac:inkMkLst>
        </pc:inkChg>
        <pc:inkChg chg="add">
          <ac:chgData name="Marcos Maillot" userId="fa14b39d-e966-4ebb-a436-4f96f84b9577" providerId="ADAL" clId="{055F0164-26D4-4F47-BC5A-7A794BE69BF5}" dt="2025-08-19T23:48:53.391" v="73" actId="9405"/>
          <ac:inkMkLst>
            <pc:docMk/>
            <pc:sldMk cId="0" sldId="274"/>
            <ac:inkMk id="268" creationId="{6C0EE4FB-5484-90E1-4772-C29C3441EF63}"/>
          </ac:inkMkLst>
        </pc:inkChg>
        <pc:inkChg chg="add">
          <ac:chgData name="Marcos Maillot" userId="fa14b39d-e966-4ebb-a436-4f96f84b9577" providerId="ADAL" clId="{055F0164-26D4-4F47-BC5A-7A794BE69BF5}" dt="2025-08-19T23:48:53.712" v="74" actId="9405"/>
          <ac:inkMkLst>
            <pc:docMk/>
            <pc:sldMk cId="0" sldId="274"/>
            <ac:inkMk id="269" creationId="{A6AF88D4-1FE5-AE1A-42F5-76B6CC74CC5F}"/>
          </ac:inkMkLst>
        </pc:inkChg>
        <pc:inkChg chg="add">
          <ac:chgData name="Marcos Maillot" userId="fa14b39d-e966-4ebb-a436-4f96f84b9577" providerId="ADAL" clId="{055F0164-26D4-4F47-BC5A-7A794BE69BF5}" dt="2025-08-19T23:48:53.958" v="75" actId="9405"/>
          <ac:inkMkLst>
            <pc:docMk/>
            <pc:sldMk cId="0" sldId="274"/>
            <ac:inkMk id="270" creationId="{B0918FC2-A807-FA31-C7BD-E5C1A06B3037}"/>
          </ac:inkMkLst>
        </pc:inkChg>
        <pc:inkChg chg="add">
          <ac:chgData name="Marcos Maillot" userId="fa14b39d-e966-4ebb-a436-4f96f84b9577" providerId="ADAL" clId="{055F0164-26D4-4F47-BC5A-7A794BE69BF5}" dt="2025-08-19T23:48:54.184" v="76" actId="9405"/>
          <ac:inkMkLst>
            <pc:docMk/>
            <pc:sldMk cId="0" sldId="274"/>
            <ac:inkMk id="271" creationId="{E66D9BCD-31B8-9FC4-13DA-7AEFBA9B525F}"/>
          </ac:inkMkLst>
        </pc:inkChg>
        <pc:inkChg chg="add">
          <ac:chgData name="Marcos Maillot" userId="fa14b39d-e966-4ebb-a436-4f96f84b9577" providerId="ADAL" clId="{055F0164-26D4-4F47-BC5A-7A794BE69BF5}" dt="2025-08-19T23:48:54.403" v="77" actId="9405"/>
          <ac:inkMkLst>
            <pc:docMk/>
            <pc:sldMk cId="0" sldId="274"/>
            <ac:inkMk id="272" creationId="{9EFE2286-8F41-72ED-9096-3C37E85EB474}"/>
          </ac:inkMkLst>
        </pc:inkChg>
        <pc:inkChg chg="add">
          <ac:chgData name="Marcos Maillot" userId="fa14b39d-e966-4ebb-a436-4f96f84b9577" providerId="ADAL" clId="{055F0164-26D4-4F47-BC5A-7A794BE69BF5}" dt="2025-08-19T23:48:54.630" v="78" actId="9405"/>
          <ac:inkMkLst>
            <pc:docMk/>
            <pc:sldMk cId="0" sldId="274"/>
            <ac:inkMk id="273" creationId="{516BB176-6472-A222-6011-AD565CF04E8B}"/>
          </ac:inkMkLst>
        </pc:inkChg>
        <pc:inkChg chg="add">
          <ac:chgData name="Marcos Maillot" userId="fa14b39d-e966-4ebb-a436-4f96f84b9577" providerId="ADAL" clId="{055F0164-26D4-4F47-BC5A-7A794BE69BF5}" dt="2025-08-19T23:48:54.799" v="79" actId="9405"/>
          <ac:inkMkLst>
            <pc:docMk/>
            <pc:sldMk cId="0" sldId="274"/>
            <ac:inkMk id="274" creationId="{9B5E3A09-5150-AC10-1441-A66CB19A7C3A}"/>
          </ac:inkMkLst>
        </pc:inkChg>
        <pc:inkChg chg="add mod">
          <ac:chgData name="Marcos Maillot" userId="fa14b39d-e966-4ebb-a436-4f96f84b9577" providerId="ADAL" clId="{055F0164-26D4-4F47-BC5A-7A794BE69BF5}" dt="2025-08-19T23:49:13.797" v="90"/>
          <ac:inkMkLst>
            <pc:docMk/>
            <pc:sldMk cId="0" sldId="274"/>
            <ac:inkMk id="275" creationId="{C8593D77-8DBE-6324-5F4B-5427338EA512}"/>
          </ac:inkMkLst>
        </pc:inkChg>
        <pc:inkChg chg="add mod">
          <ac:chgData name="Marcos Maillot" userId="fa14b39d-e966-4ebb-a436-4f96f84b9577" providerId="ADAL" clId="{055F0164-26D4-4F47-BC5A-7A794BE69BF5}" dt="2025-08-19T23:48:57.376" v="85"/>
          <ac:inkMkLst>
            <pc:docMk/>
            <pc:sldMk cId="0" sldId="274"/>
            <ac:inkMk id="276" creationId="{C645DBA7-DB7D-AA2C-AD9B-6ED1802F4F2E}"/>
          </ac:inkMkLst>
        </pc:inkChg>
        <pc:inkChg chg="add">
          <ac:chgData name="Marcos Maillot" userId="fa14b39d-e966-4ebb-a436-4f96f84b9577" providerId="ADAL" clId="{055F0164-26D4-4F47-BC5A-7A794BE69BF5}" dt="2025-08-19T23:48:55.937" v="82" actId="9405"/>
          <ac:inkMkLst>
            <pc:docMk/>
            <pc:sldMk cId="0" sldId="274"/>
            <ac:inkMk id="277" creationId="{41CB872A-5F17-313B-C1D6-7F8A54654DE0}"/>
          </ac:inkMkLst>
        </pc:inkChg>
        <pc:inkChg chg="add mod">
          <ac:chgData name="Marcos Maillot" userId="fa14b39d-e966-4ebb-a436-4f96f84b9577" providerId="ADAL" clId="{055F0164-26D4-4F47-BC5A-7A794BE69BF5}" dt="2025-08-19T23:48:57.376" v="85"/>
          <ac:inkMkLst>
            <pc:docMk/>
            <pc:sldMk cId="0" sldId="274"/>
            <ac:inkMk id="278" creationId="{1C87AF09-E5DC-8796-CB2E-55D5805A909E}"/>
          </ac:inkMkLst>
        </pc:inkChg>
        <pc:inkChg chg="add">
          <ac:chgData name="Marcos Maillot" userId="fa14b39d-e966-4ebb-a436-4f96f84b9577" providerId="ADAL" clId="{055F0164-26D4-4F47-BC5A-7A794BE69BF5}" dt="2025-08-19T23:48:56.678" v="84" actId="9405"/>
          <ac:inkMkLst>
            <pc:docMk/>
            <pc:sldMk cId="0" sldId="274"/>
            <ac:inkMk id="279" creationId="{0B56B105-C0C4-A38C-6CC6-BA6E97511274}"/>
          </ac:inkMkLst>
        </pc:inkChg>
        <pc:inkChg chg="add">
          <ac:chgData name="Marcos Maillot" userId="fa14b39d-e966-4ebb-a436-4f96f84b9577" providerId="ADAL" clId="{055F0164-26D4-4F47-BC5A-7A794BE69BF5}" dt="2025-08-19T23:48:57.791" v="86" actId="9405"/>
          <ac:inkMkLst>
            <pc:docMk/>
            <pc:sldMk cId="0" sldId="274"/>
            <ac:inkMk id="281" creationId="{F84512A4-C867-154F-C7DF-77B7A6D2B45D}"/>
          </ac:inkMkLst>
        </pc:inkChg>
        <pc:inkChg chg="add">
          <ac:chgData name="Marcos Maillot" userId="fa14b39d-e966-4ebb-a436-4f96f84b9577" providerId="ADAL" clId="{055F0164-26D4-4F47-BC5A-7A794BE69BF5}" dt="2025-08-19T23:48:59.142" v="87" actId="9405"/>
          <ac:inkMkLst>
            <pc:docMk/>
            <pc:sldMk cId="0" sldId="274"/>
            <ac:inkMk id="282" creationId="{61513C88-7D3D-2111-1CAC-2ABFF93B6F6E}"/>
          </ac:inkMkLst>
        </pc:inkChg>
        <pc:inkChg chg="add">
          <ac:chgData name="Marcos Maillot" userId="fa14b39d-e966-4ebb-a436-4f96f84b9577" providerId="ADAL" clId="{055F0164-26D4-4F47-BC5A-7A794BE69BF5}" dt="2025-08-19T23:49:13.207" v="89" actId="9405"/>
          <ac:inkMkLst>
            <pc:docMk/>
            <pc:sldMk cId="0" sldId="274"/>
            <ac:inkMk id="292" creationId="{15A58355-A1CE-B537-7D93-1159DAC1C829}"/>
          </ac:inkMkLst>
        </pc:inkChg>
        <pc:inkChg chg="add mod">
          <ac:chgData name="Marcos Maillot" userId="fa14b39d-e966-4ebb-a436-4f96f84b9577" providerId="ADAL" clId="{055F0164-26D4-4F47-BC5A-7A794BE69BF5}" dt="2025-08-19T23:49:17.756" v="93"/>
          <ac:inkMkLst>
            <pc:docMk/>
            <pc:sldMk cId="0" sldId="274"/>
            <ac:inkMk id="294" creationId="{FEDF6E5A-EAD4-0178-6A77-8FFAEA4AAF79}"/>
          </ac:inkMkLst>
        </pc:inkChg>
        <pc:inkChg chg="add mod">
          <ac:chgData name="Marcos Maillot" userId="fa14b39d-e966-4ebb-a436-4f96f84b9577" providerId="ADAL" clId="{055F0164-26D4-4F47-BC5A-7A794BE69BF5}" dt="2025-08-19T23:49:17.756" v="93"/>
          <ac:inkMkLst>
            <pc:docMk/>
            <pc:sldMk cId="0" sldId="274"/>
            <ac:inkMk id="295" creationId="{F04733A7-3171-D63E-0CD9-544E0BBC753C}"/>
          </ac:inkMkLst>
        </pc:inkChg>
        <pc:inkChg chg="add mod">
          <ac:chgData name="Marcos Maillot" userId="fa14b39d-e966-4ebb-a436-4f96f84b9577" providerId="ADAL" clId="{055F0164-26D4-4F47-BC5A-7A794BE69BF5}" dt="2025-08-19T23:49:49.156" v="98"/>
          <ac:inkMkLst>
            <pc:docMk/>
            <pc:sldMk cId="0" sldId="274"/>
            <ac:inkMk id="297" creationId="{B827EBB8-B58F-4A5D-BBB5-B71C8F531514}"/>
          </ac:inkMkLst>
        </pc:inkChg>
        <pc:inkChg chg="add mod">
          <ac:chgData name="Marcos Maillot" userId="fa14b39d-e966-4ebb-a436-4f96f84b9577" providerId="ADAL" clId="{055F0164-26D4-4F47-BC5A-7A794BE69BF5}" dt="2025-08-19T23:49:49.156" v="98"/>
          <ac:inkMkLst>
            <pc:docMk/>
            <pc:sldMk cId="0" sldId="274"/>
            <ac:inkMk id="298" creationId="{8935F67D-FAAE-E0CB-90B4-15EEF3B76C50}"/>
          </ac:inkMkLst>
        </pc:inkChg>
        <pc:inkChg chg="add mod">
          <ac:chgData name="Marcos Maillot" userId="fa14b39d-e966-4ebb-a436-4f96f84b9577" providerId="ADAL" clId="{055F0164-26D4-4F47-BC5A-7A794BE69BF5}" dt="2025-08-19T23:49:49.156" v="98"/>
          <ac:inkMkLst>
            <pc:docMk/>
            <pc:sldMk cId="0" sldId="274"/>
            <ac:inkMk id="299" creationId="{A6765513-105E-9F95-29E3-9318FBBCF079}"/>
          </ac:inkMkLst>
        </pc:inkChg>
        <pc:inkChg chg="add mod">
          <ac:chgData name="Marcos Maillot" userId="fa14b39d-e966-4ebb-a436-4f96f84b9577" providerId="ADAL" clId="{055F0164-26D4-4F47-BC5A-7A794BE69BF5}" dt="2025-08-19T23:49:49.156" v="98"/>
          <ac:inkMkLst>
            <pc:docMk/>
            <pc:sldMk cId="0" sldId="274"/>
            <ac:inkMk id="300" creationId="{864D3825-A812-FF46-4E12-687DBF5124BE}"/>
          </ac:inkMkLst>
        </pc:inkChg>
        <pc:inkChg chg="add mod">
          <ac:chgData name="Marcos Maillot" userId="fa14b39d-e966-4ebb-a436-4f96f84b9577" providerId="ADAL" clId="{055F0164-26D4-4F47-BC5A-7A794BE69BF5}" dt="2025-08-19T23:49:53.362" v="101"/>
          <ac:inkMkLst>
            <pc:docMk/>
            <pc:sldMk cId="0" sldId="274"/>
            <ac:inkMk id="302" creationId="{A15167D7-AC6B-F42F-FCEB-1F13BE611D1E}"/>
          </ac:inkMkLst>
        </pc:inkChg>
        <pc:inkChg chg="add mod">
          <ac:chgData name="Marcos Maillot" userId="fa14b39d-e966-4ebb-a436-4f96f84b9577" providerId="ADAL" clId="{055F0164-26D4-4F47-BC5A-7A794BE69BF5}" dt="2025-08-19T23:49:53.362" v="101"/>
          <ac:inkMkLst>
            <pc:docMk/>
            <pc:sldMk cId="0" sldId="274"/>
            <ac:inkMk id="303" creationId="{E8D39B79-CBF5-9AC3-4E9B-23563103B73A}"/>
          </ac:inkMkLst>
        </pc:inkChg>
      </pc:sldChg>
    </pc:docChg>
  </pc:docChgLst>
  <pc:docChgLst>
    <pc:chgData name="Marcos Maillot" userId="fa14b39d-e966-4ebb-a436-4f96f84b9577" providerId="ADAL" clId="{99F65AD9-92E9-4575-800C-7EE4501BE442}"/>
    <pc:docChg chg="modSld">
      <pc:chgData name="Marcos Maillot" userId="fa14b39d-e966-4ebb-a436-4f96f84b9577" providerId="ADAL" clId="{99F65AD9-92E9-4575-800C-7EE4501BE442}" dt="2024-10-17T00:48:56.260" v="3" actId="1076"/>
      <pc:docMkLst>
        <pc:docMk/>
      </pc:docMkLst>
      <pc:sldChg chg="modSp mod">
        <pc:chgData name="Marcos Maillot" userId="fa14b39d-e966-4ebb-a436-4f96f84b9577" providerId="ADAL" clId="{99F65AD9-92E9-4575-800C-7EE4501BE442}" dt="2024-10-17T00:48:56.260" v="3" actId="1076"/>
        <pc:sldMkLst>
          <pc:docMk/>
          <pc:sldMk cId="0" sldId="27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07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498 0 64 0 0,'-32'30'507'0'0,"2"2"0"0"0,2 0 0 0 0,-35 51 0 0 0,40-48-233 0 0,-30 64 0 0 0,50-95-260 0 0,2 1 0 0 0,-1-1 0 0 0,0 1 0 0 0,1 0 1 0 0,0 0-1 0 0,0 0 0 0 0,0-1 0 0 0,1 1 0 0 0,-1 0 0 0 0,1 0 1 0 0,1 0-1 0 0,-1 0 0 0 0,1 0 0 0 0,1 5 0 0 0,1 2-17 0 0,2 0-1 0 0,-1-1 0 0 0,2 0 1 0 0,7 13-1 0 0,-13-24 4 0 0,0 1 9 0 0,0 0 1 0 0,0 0-1 0 0,0 1 1 0 0,0-1 0 0 0,0 0-1 0 0,0 0 1 0 0,0 0-1 0 0,-1 0 1 0 0,1 0 0 0 0,0 1-1 0 0,-1-1 1 0 0,1 0-1 0 0,-1 0 1 0 0,1 0 0 0 0,-1 0-1 0 0,1 0 1 0 0,-1 0-1 0 0,0 0 1 0 0,1 0 0 0 0,-1-1-1 0 0,0 1 1 0 0,0 0-1 0 0,-2 1 1 0 0,-26 25 159 0 0,20-21-118 0 0,-19 20-46 0 0,1 0 1 0 0,1 2-1 0 0,1 1 1 0 0,-31 49-1 0 0,44-59-28 0 0,1 1-1 0 0,2 0 1 0 0,0 0-1 0 0,1 1 1 0 0,1 1-1 0 0,1-1 1 0 0,0 1-1 0 0,2 0 1 0 0,-1 25-1 0 0,3-5 25 0 0,2 1-1 0 0,3-1 1 0 0,1 0-1 0 0,2 0 1 0 0,1 0-1 0 0,3-1 1 0 0,1 0-1 0 0,2-1 1 0 0,2 0-1 0 0,2-1 1 0 0,1-1-1 0 0,2-1 1 0 0,1 0-1 0 0,3-2 1 0 0,50 61-1 0 0,-66-86-24 0 0,-3-6-3 0 0,-1 1 0 0 0,0 0 0 0 0,0 0 1 0 0,0 0-1 0 0,5 11 0 0 0,-9-14 28 0 0,1-1 1 0 0,-1 1-1 0 0,1 0 0 0 0,-1-1 0 0 0,0 1 1 0 0,0 0-1 0 0,0-1 0 0 0,0 1 0 0 0,0 0 1 0 0,0-1-1 0 0,0 1 0 0 0,0-1 0 0 0,-1 1 1 0 0,1 0-1 0 0,0-1 0 0 0,-1 1 0 0 0,0-1 1 0 0,1 1-1 0 0,-1-1 0 0 0,0 1 0 0 0,0-1 1 0 0,0 1-1 0 0,0-1 0 0 0,0 0 0 0 0,0 1 1 0 0,-2 0-1 0 0,-7 8 37 0 0,1 0 1 0 0,0 0-1 0 0,1 1 1 0 0,0 0-1 0 0,-10 17 0 0 0,16-22-26 0 0,0-1-1 0 0,0 1 0 0 0,1 0 1 0 0,0 0-1 0 0,0 0 0 0 0,0 0 1 0 0,0 0-1 0 0,1 0 0 0 0,0 0 0 0 0,0 0 1 0 0,1 0-1 0 0,0 0 0 0 0,0 0 1 0 0,0-1-1 0 0,3 8 0 0 0,9 28 31 0 0,1 0-1 0 0,3-2 1 0 0,1 0-1 0 0,1 0 0 0 0,3-2 1 0 0,1-1-1 0 0,1-1 1 0 0,2-1-1 0 0,2-1 1 0 0,1-1-1 0 0,1-1 0 0 0,2-2 1 0 0,50 36-1 0 0,-67-55-10 0 0,1 0 0 0 0,1-1 0 0 0,-1-1 0 0 0,2 0 0 0 0,-1-2-1 0 0,1 0 1 0 0,0 0 0 0 0,0-2 0 0 0,0 0 0 0 0,34 2 0 0 0,-39-6 1 0 0,1 0 1 0 0,-1-1 0 0 0,0-1-1 0 0,0 0 1 0 0,0 0 0 0 0,0-2 0 0 0,0 0-1 0 0,-1 0 1 0 0,1-1 0 0 0,-1 0-1 0 0,0-1 1 0 0,-1-1 0 0 0,1 0 0 0 0,-1 0-1 0 0,19-17 1 0 0,54-58-32 0 0,-59 55-12 0 0,1 2 0 0 0,1 0 0 0 0,2 2 0 0 0,0 1 0 0 0,62-35 0 0 0,81-12 344 0 0,-119 50-266 0 0,-2-1 0 0 0,73-41 0 0 0,-109 52-82 0 0,1-2-1 0 0,-1 0 1 0 0,-1 0-1 0 0,0-1 0 0 0,0-1 1 0 0,-1-1-1 0 0,-1 1 1 0 0,-1-2-1 0 0,0 0 0 0 0,0 0 1 0 0,11-25-1 0 0,-9 9 74 0 0,-1 1 0 0 0,-2-1-1 0 0,-1-1 1 0 0,-1 0 0 0 0,-2 0-1 0 0,-2-1 1 0 0,2-57 0 0 0,-7 17 74 0 0,-3 0 0 0 0,-18-99 0 0 0,12 115-105 0 0,-3 0 1 0 0,-3 2-1 0 0,-2-1 0 0 0,-3 2 0 0 0,-1 1 0 0 0,-4 0 0 0 0,-36-57 1 0 0,46 89-26 0 0,0-1 1 0 0,-1 2 0 0 0,-2 1 0 0 0,0 0-1 0 0,-1 1 1 0 0,0 1 0 0 0,-2 1 0 0 0,0 1 0 0 0,-25-14-1 0 0,26 19-199 0 0,1 0-1 0 0,-1 1 0 0 0,-1 0 0 0 0,0 2 0 0 0,0 1 0 0 0,0 1 1 0 0,-1 0-1 0 0,1 2 0 0 0,-1 1 0 0 0,-44 1 0 0 0,65 1 107 0 0,1 0 0 0 0,-1 0 0 0 0,1 0 0 0 0,-1 0 0 0 0,1 0-1 0 0,-1 1 1 0 0,1-1 0 0 0,-1 0 0 0 0,1 1 0 0 0,0 0 0 0 0,-1-1-1 0 0,1 1 1 0 0,0 0 0 0 0,-1 0 0 0 0,1-1 0 0 0,0 1 0 0 0,0 0-1 0 0,0 0 1 0 0,-2 3 0 0 0,2-3 28 0 0,1 0 0 0 0,0 0 0 0 0,0 0-1 0 0,0 0 1 0 0,0 0 0 0 0,0 0 0 0 0,0 0 0 0 0,0 0 0 0 0,0 0-1 0 0,0 0 1 0 0,0 0 0 0 0,1 0 0 0 0,-1 0 0 0 0,0 0 0 0 0,1 0-1 0 0,-1 0 1 0 0,1 0 0 0 0,-1 0 0 0 0,1 0 0 0 0,-1-1 0 0 0,1 1-1 0 0,0 0 1 0 0,-1 0 0 0 0,1 0 0 0 0,0-1 0 0 0,0 1 0 0 0,-1 0 0 0 0,3 0-1 0 0,4 5-133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37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921 11 128 0 0,'-25'-4'543'0'0,"0"1"1"0"0,-1 1-1 0 0,1 1 1 0 0,-36 3-1 0 0,46-1-442 0 0,1 1 0 0 0,-1 1-1 0 0,1 0 1 0 0,0 0 0 0 0,0 1 0 0 0,1 1 0 0 0,-1 1-1 0 0,1 0 1 0 0,-16 9 0 0 0,25-12-83 0 0,0 1 0 0 0,0-1 1 0 0,0 1-1 0 0,0 0 0 0 0,0 0 0 0 0,1 0 0 0 0,0 1 0 0 0,0-1 0 0 0,0 1 1 0 0,0-1-1 0 0,1 1 0 0 0,0 0 0 0 0,0 0 0 0 0,0 0 0 0 0,0 0 1 0 0,1 1-1 0 0,0-1 0 0 0,0 0 0 0 0,0 1 0 0 0,1-1 0 0 0,0 0 1 0 0,0 1-1 0 0,0-1 0 0 0,1 1 0 0 0,0-1 0 0 0,0 0 0 0 0,0 1 1 0 0,0-1-1 0 0,1 0 0 0 0,0 0 0 0 0,0 0 0 0 0,1 0 0 0 0,-1 0 0 0 0,1-1 1 0 0,0 1-1 0 0,0-1 0 0 0,0 0 0 0 0,1 0 0 0 0,0 0 0 0 0,0 0 1 0 0,0 0-1 0 0,0-1 0 0 0,0 0 0 0 0,1 0 0 0 0,6 4 0 0 0,-33-5-136 0 0,0 1-1 0 0,-23 6 0 0 0,-28 7 48 0 0,-75 27 0 0 0,123-35 166 0 0,1 2 1 0 0,1 0 0 0 0,0 2 0 0 0,0 1-1 0 0,1 0 1 0 0,-37 32 0 0 0,52-39-64 0 0,1 0 0 0 0,-1 1 0 0 0,1 0 0 0 0,1 1 0 0 0,-1-1 0 0 0,1 1 0 0 0,0 0 0 0 0,1 0-1 0 0,0 1 1 0 0,0-1 0 0 0,1 1 0 0 0,0 0 0 0 0,1 0 0 0 0,-3 16 0 0 0,4-11-19 0 0,0 0-1 0 0,2-1 0 0 0,-1 1 1 0 0,2-1-1 0 0,0 1 0 0 0,0-1 1 0 0,1 1-1 0 0,1-1 0 0 0,6 16 1 0 0,3 0-89 0 0,1-1 0 0 0,2-1 1 0 0,0 0-1 0 0,2-1 0 0 0,0-1 0 0 0,2 0 1 0 0,1-2-1 0 0,27 24 0 0 0,-11-16-158 0 0,-24-21 116 0 0,0 0 1 0 0,-1 1-1 0 0,0 1 1 0 0,-1 0-1 0 0,13 17 1 0 0,-23-28 110 0 0,-1 0 0 0 0,1 0 0 0 0,-1 0 0 0 0,1 0 0 0 0,-1 0 1 0 0,1 0-1 0 0,-1 0 0 0 0,0 0 0 0 0,0 1 0 0 0,1-1 0 0 0,-1 0 1 0 0,0 0-1 0 0,0 0 0 0 0,0 0 0 0 0,0 1 0 0 0,0-1 0 0 0,-1 0 0 0 0,1 0 1 0 0,0 0-1 0 0,0 0 0 0 0,-1 1 0 0 0,1-1 0 0 0,-1 0 0 0 0,1 0 1 0 0,-1 0-1 0 0,1 0 0 0 0,-1 0 0 0 0,0 0 0 0 0,0 0 0 0 0,1-1 0 0 0,-1 1 1 0 0,0 0-1 0 0,0 0 0 0 0,0 0 0 0 0,0-1 0 0 0,0 1 0 0 0,0 0 1 0 0,0-1-1 0 0,0 1 0 0 0,0-1 0 0 0,0 0 0 0 0,0 1 0 0 0,0-1 1 0 0,-3 1-1 0 0,-9 3-5 0 0,0 0 0 0 0,-1 0 0 0 0,-17 1 0 0 0,4 0 23 0 0,6 0 35 0 0,1 1 0 0 0,0 1 1 0 0,1 1-1 0 0,0 1 0 0 0,0 0 0 0 0,-32 22 0 0 0,45-26-9 0 0,-1 0 0 0 0,1 1-1 0 0,0 0 1 0 0,0 0 0 0 0,1 0-1 0 0,0 1 1 0 0,0-1-1 0 0,0 1 1 0 0,1 1 0 0 0,0-1-1 0 0,0 1 1 0 0,1-1 0 0 0,0 1-1 0 0,0 0 1 0 0,1 0 0 0 0,0 0-1 0 0,1 1 1 0 0,-1-1-1 0 0,2 0 1 0 0,-1 10 0 0 0,2 7 39 0 0,2-1 1 0 0,0 1 0 0 0,2-1-1 0 0,1 1 1 0 0,0-2 0 0 0,2 1-1 0 0,1-1 1 0 0,1 0 0 0 0,0-1-1 0 0,2 0 1 0 0,1 0-1 0 0,0-2 1 0 0,29 34 0 0 0,1-6-78 0 0,2-1 0 0 0,2-2-1 0 0,2-3 1 0 0,58 39 0 0 0,-84-67 38 0 0,-18-12 1 0 0,0 1 1 0 0,0-1 0 0 0,-1 1-1 0 0,1 1 1 0 0,-1-1 0 0 0,0 0 0 0 0,0 1-1 0 0,6 7 1 0 0,-9-11-11 0 0,-6 2-51 0 0,0 0 0 0 0,-1-1 0 0 0,1 1 0 0 0,0-1 0 0 0,0 0 1 0 0,-8-1-1 0 0,8 1-15 0 0,-21 2-78 0 0,-11 2 107 0 0,-63 16 0 0 0,92-19 73 0 0,0 0-1 0 0,-1 1 0 0 0,1 0 1 0 0,1 1-1 0 0,-1 0 1 0 0,0 0-1 0 0,1 1 0 0 0,0-1 1 0 0,0 1-1 0 0,0 1 1 0 0,1 0-1 0 0,0 0 1 0 0,-8 9-1 0 0,11-10-9 0 0,1 1 0 0 0,-1 0 0 0 0,1 0 0 0 0,0 0 0 0 0,0 0 0 0 0,1 1 0 0 0,0-1 0 0 0,0 0 0 0 0,1 0-1 0 0,-1 1 1 0 0,1-1 0 0 0,0 0 0 0 0,1 1 0 0 0,0-1 0 0 0,0 0 0 0 0,0 1 0 0 0,1-1 0 0 0,0 0 0 0 0,0 0 0 0 0,0 0 0 0 0,6 8 0 0 0,2 7 0 0 0,2 0 0 0 0,0-1 0 0 0,2 0 0 0 0,21 25 0 0 0,-9-17-29 0 0,0-1 0 0 0,2-1 0 0 0,1-1 0 0 0,1-2-1 0 0,1-1 1 0 0,1-2 0 0 0,1 0 0 0 0,0-3 0 0 0,2 0-1 0 0,0-3 1 0 0,0 0 0 0 0,1-3 0 0 0,1-1 0 0 0,0-1-1 0 0,0-2 1 0 0,1-2 0 0 0,0-2 0 0 0,0-1 0 0 0,0-2-1 0 0,55-6 1 0 0,-85 5-27 0 0,1-1 0 0 0,-1 0 0 0 0,1-1 0 0 0,-1 0 0 0 0,15-7-1 0 0,-20 9 2 0 0,-1 0-1 0 0,1 0 1 0 0,-1-1-1 0 0,0 1 0 0 0,0-1 1 0 0,0 0-1 0 0,0 1 1 0 0,0-1-1 0 0,0 0 1 0 0,0 0-1 0 0,0 0 0 0 0,-1-1 1 0 0,1 1-1 0 0,-1 0 1 0 0,0 0-1 0 0,0-1 1 0 0,1 1-1 0 0,-1-1 0 0 0,-1 1 1 0 0,1-1-1 0 0,0 0 1 0 0,-1 1-1 0 0,1-4 0 0 0,-1 6-31 0 0,36 6-224 0 0,17 8 213 0 0,0-2-1 0 0,1-2 1 0 0,0-3-1 0 0,60 0 0 0 0,-97-8 99 0 0,0 0 0 0 0,-1 0 0 0 0,0-2 0 0 0,1 0 0 0 0,-1 0 0 0 0,0-2 0 0 0,-1 0 0 0 0,1-1 0 0 0,-1 0 0 0 0,0-2 0 0 0,0 0 0 0 0,-1 0 0 0 0,0-1 0 0 0,-1-1 0 0 0,0 0 0 0 0,0-1 0 0 0,21-24 0 0 0,-19 17 40 0 0,-1-1 1 0 0,-1 0-1 0 0,-1-1 0 0 0,13-28 1 0 0,-13 21-110 0 0,-2 0 0 0 0,-1-1 0 0 0,-2 0 0 0 0,0 0 1 0 0,4-47-1 0 0,-8 35 43 0 0,-2 1 0 0 0,-2-1 0 0 0,-2 1 0 0 0,-1 0 0 0 0,-2-1 0 0 0,-2 2 0 0 0,-16-51 1 0 0,22 86 14 0 0,1-1 1 0 0,0-1 0 0 0,-1 1-1 0 0,2 0 1 0 0,-1 0 0 0 0,0 0 0 0 0,1 0-1 0 0,0-9 1 0 0,0 12-17 0 0,1 0 0 0 0,0 0 0 0 0,-1 0 0 0 0,1 0 0 0 0,0 0 0 0 0,0 0 1 0 0,-1 0-1 0 0,1 0 0 0 0,0 0 0 0 0,0 0 0 0 0,0 1 0 0 0,0-1 0 0 0,0 0 0 0 0,0 1 0 0 0,0-1 0 0 0,0 1 0 0 0,1-1 0 0 0,-1 1 0 0 0,0-1 0 0 0,0 1 0 0 0,0 0 0 0 0,1 0 0 0 0,-1 0 0 0 0,0 0 1 0 0,0 0-1 0 0,0 0 0 0 0,1 0 0 0 0,-1 0 0 0 0,0 0 0 0 0,0 0 0 0 0,1 0 0 0 0,-1 1 0 0 0,1 0 0 0 0,7 0 23 0 0,0-1 0 0 0,0 1-1 0 0,0-2 1 0 0,0 1 0 0 0,0-1 0 0 0,0 0 0 0 0,-1-1-1 0 0,1 0 1 0 0,0-1 0 0 0,-1 0 0 0 0,0 0 0 0 0,1 0-1 0 0,-1-1 1 0 0,-1-1 0 0 0,15-9 0 0 0,-14 7-40 0 0,-1 0 1 0 0,0 0 0 0 0,-1-1-1 0 0,0 0 1 0 0,0 0-1 0 0,0 0 1 0 0,-1-1-1 0 0,0 0 1 0 0,-1 0 0 0 0,0 0-1 0 0,-1-1 1 0 0,1 1-1 0 0,2-19 1 0 0,-1 2-32 0 0,-1-1 0 0 0,-1 0 1 0 0,-2 1-1 0 0,0-1 0 0 0,-2 0 1 0 0,-1 0-1 0 0,-1 0 1 0 0,-2 1-1 0 0,0 0 0 0 0,-2-1 1 0 0,-14-35-1 0 0,-1 12 130 0 0,-2 1 0 0 0,-2 1 0 0 0,-2 1 0 0 0,-56-70 0 0 0,74 103-40 0 0,-4-2 1 0 0,1 0-1 0 0,1-2 1 0 0,1 1 0 0 0,0-2-1 0 0,1 1 1 0 0,-13-38 0 0 0,22 55-74 0 0,1-1 0 0 0,0 0 0 0 0,0 1 1 0 0,0-1-1 0 0,0 0 0 0 0,0 1 0 0 0,0-1 0 0 0,1 0 0 0 0,-1 1 1 0 0,0-1-1 0 0,1 0 0 0 0,-1 1 0 0 0,1-1 0 0 0,0 1 0 0 0,0-1 1 0 0,-1 1-1 0 0,1-1 0 0 0,0 1 0 0 0,0 0 0 0 0,0-1 0 0 0,0 1 1 0 0,1 0-1 0 0,-1 0 0 0 0,0 0 0 0 0,3-2 0 0 0,45-25-80 0 0,-9 5 52 0 0,-33 17 16 0 0,-1 0 1 0 0,0 0 0 0 0,-1-1-1 0 0,1 0 1 0 0,-1 0 0 0 0,-1 0-1 0 0,1-1 1 0 0,-1 1-1 0 0,-1-1 1 0 0,1 0 0 0 0,-1 0-1 0 0,-1 0 1 0 0,1-1 0 0 0,-2 1-1 0 0,1-1 1 0 0,-1 1-1 0 0,0-1 1 0 0,-1 0 0 0 0,0 1-1 0 0,0-1 1 0 0,-1 1 0 0 0,0-1-1 0 0,0 0 1 0 0,-1 1-1 0 0,-4-11 1 0 0,1 4-12 0 0,0 1 1 0 0,-2 0-1 0 0,0 1 0 0 0,0-1 1 0 0,-1 1-1 0 0,-1 1 0 0 0,0 0 1 0 0,-1 0-1 0 0,0 1 0 0 0,0 0 0 0 0,-2 0 1 0 0,1 1-1 0 0,-21-13 0 0 0,-1 3 91 0 0,-1 2-1 0 0,0 2 0 0 0,-1 1 0 0 0,-1 1 0 0 0,0 2 0 0 0,-1 2 0 0 0,-68-11 0 0 0,73 17-166 0 0,0 1 0 0 0,-1 2 0 0 0,1 1 0 0 0,0 2 0 0 0,-1 1-1 0 0,1 1 1 0 0,1 2 0 0 0,-1 1 0 0 0,-46 17 0 0 0,52-13-1456 0 0,-1-1 1 0 0,0-1-1 0 0,-1-2 1 0 0,0-1-1 0 0,0-1 1 0 0,-52 3-1 0 0,64-8 1317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58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22 52 0 0,'6'-10'-1203'0'0,"-3"-1"12156"0"0,-7 24-9567 0 0,-45 107 352 0 0,37-96-1570 0 0,1 0 0 0 0,1 0 0 0 0,1 1-1 0 0,1 0 1 0 0,1 1 0 0 0,2 0 0 0 0,-5 41 0 0 0,10-64-149 0 0,1 0 1 0 0,-1 0 0 0 0,1 0 0 0 0,-1 0 0 0 0,1 0 0 0 0,0 0-1 0 0,0-1 1 0 0,0 1 0 0 0,0 0 0 0 0,0-1 0 0 0,1 1 0 0 0,-1-1-1 0 0,1 1 1 0 0,0-1 0 0 0,0 0 0 0 0,0 1 0 0 0,3 1 0 0 0,0 1 132 0 0,1-1 0 0 0,0 0 0 0 0,0 0 0 0 0,0 0 0 0 0,0-1 0 0 0,14 5 0 0 0,-4-2 141 0 0,1-2-1 0 0,-1 0 1 0 0,1-1 0 0 0,0 0 0 0 0,24-1-1 0 0,-28-2-618 0 0,38-2-688 0 0,-35-1-3005 0 0,0-3-3851 0 0,-16-7 4135 0 0,-2 9 3461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58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78 148 0 0,'9'-7'6535'0'0,"14"3"-3953"0"0,31 3-1541 0 0,-45 2-75 0 0,68-5 993 0 0,82-14 0 0 0,-105 11-2314 0 0,-33 0-3339 0 0,-21 7 3520 0 0,0 0 0 0 0,0-1 1 0 0,0 1-1 0 0,0 0 0 0 0,0-1 0 0 0,0 1 0 0 0,0 0 1 0 0,0-1-1 0 0,0 1 0 0 0,0 0 0 0 0,0-1 1 0 0,0 1-1 0 0,0 0 0 0 0,0-1 0 0 0,0 1 1 0 0,-1 0-1 0 0,1 0 0 0 0,0-1 0 0 0,0 1 0 0 0,0 0 1 0 0,0-1-1 0 0,-1 1 0 0 0,1 0 0 0 0,0 0 1 0 0,0-1-1 0 0,-1 1 0 0 0,1 0 0 0 0,0 0 0 0 0,0 0 1 0 0,-1-1-1 0 0,1 1 0 0 0,0 0 0 0 0,0 0 1 0 0,-1 0-1 0 0,-22-12-5097 0 0,5 6 5926 0 0,8 3-914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58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 52 0 0,'0'-1'194'0'0,"1"0"0"0"0,-1-1-1 0 0,0 1 1 0 0,0 0 0 0 0,1 0 0 0 0,-1-1-1 0 0,1 1 1 0 0,-1 0 0 0 0,1 0 0 0 0,-1 0-1 0 0,1 0 1 0 0,0 0 0 0 0,-1 0 0 0 0,1 0-1 0 0,0 0 1 0 0,0 0 0 0 0,0 0 0 0 0,0 0-1 0 0,0 0 1 0 0,0 0 0 0 0,0 1 0 0 0,1-2-1 0 0,35-11 3153 0 0,41 6-33 0 0,26 15-2403 0 0,50 21-10205 0 0,-86-14 6852 0 0,-52-12 2184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59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4 44 0 0,'0'0'132'0'0,"1"-1"1"0"0,0 1-1 0 0,0-1 1 0 0,0 1-1 0 0,-1 0 1 0 0,1 0-1 0 0,0-1 1 0 0,0 1-1 0 0,0 0 1 0 0,0 0-1 0 0,0 0 1 0 0,-1 0-1 0 0,1 0 1 0 0,0 0-1 0 0,0 0 1 0 0,0 0-1 0 0,0 0 1 0 0,0 1-1 0 0,-1-1 1 0 0,1 0-1 0 0,0 1 0 0 0,0-1 1 0 0,1 1-1 0 0,-2 0 35 0 0,0 0-1 0 0,0-1 0 0 0,0 1 0 0 0,0 0 0 0 0,0 0 1 0 0,0 0-1 0 0,0 0 0 0 0,0-1 0 0 0,0 1 1 0 0,0 0-1 0 0,0 0 0 0 0,-1 0 0 0 0,1-1 0 0 0,0 1 1 0 0,-1 0-1 0 0,1-1 0 0 0,0 1 0 0 0,-1 0 0 0 0,1 0 1 0 0,-1 0-1 0 0,-38 47 4809 0 0,28-36-4822 0 0,-8 15 581 0 0,1 1 0 0 0,1 0 0 0 0,1 2 0 0 0,2-1 0 0 0,1 2 0 0 0,1 0 0 0 0,2 1 0 0 0,1-1-1 0 0,1 2 1 0 0,2-1 0 0 0,2 1 0 0 0,0 0 0 0 0,3 0 0 0 0,2 46 0 0 0,0-67-513 0 0,1-1 0 0 0,1 1 0 0 0,0-1 0 0 0,0 1 0 0 0,1-1 0 0 0,0 0 0 0 0,12 20 0 0 0,-14-27-509 0 0,1 0 0 0 0,-1-1 1 0 0,1 1-1 0 0,0-1 0 0 0,0 0 0 0 0,1 0 1 0 0,-1 0-1 0 0,1 0 0 0 0,-1-1 0 0 0,6 4 0 0 0,-5-5-519 0 0,-1 0-1 0 0,1 1 1 0 0,-1-1-1 0 0,1 0 0 0 0,0-1 1 0 0,-1 1-1 0 0,1-1 1 0 0,0 1-1 0 0,-1-1 0 0 0,1 0 1 0 0,0-1-1 0 0,0 1 1 0 0,6-2-1 0 0,33-11-5396 0 0,-2-4 3344 0 0,-19 7 2125 0 0,-9 5 439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59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19 184 0 0,'-11'-14'1810'0'0,"15"9"389"0"0,28 10 490 0 0,-20-2-3162 0 0,8 1 599 0 0,0 2 0 0 0,0 0 0 0 0,-1 1 0 0 0,0 1 0 0 0,27 15 1 0 0,-39-19-37 0 0,1 0 0 0 0,-2 1 0 0 0,1-1 0 0 0,0 1 0 0 0,-1 0 0 0 0,0 1 1 0 0,0 0-1 0 0,-1 0 0 0 0,0 0 0 0 0,0 0 0 0 0,0 1 0 0 0,-1 0 1 0 0,0 0-1 0 0,0 0 0 0 0,0 1 0 0 0,3 12 0 0 0,-6-14 108 0 0,-1-1 1 0 0,0 1-1 0 0,-1 0 1 0 0,1 0-1 0 0,-1-1 0 0 0,0 1 1 0 0,0-1-1 0 0,-1 1 0 0 0,0-1 1 0 0,0 1-1 0 0,0-1 0 0 0,-1 0 1 0 0,1 0-1 0 0,-1 0 1 0 0,0-1-1 0 0,-1 1 0 0 0,1 0 1 0 0,-1-1-1 0 0,0 0 0 0 0,0 0 1 0 0,0 0-1 0 0,-1-1 0 0 0,-7 6 1 0 0,0 0 80 0 0,-1-1 1 0 0,0 0 0 0 0,0 0-1 0 0,-1-2 1 0 0,0 1-1 0 0,0-2 1 0 0,-26 7-1 0 0,26-9-267 0 0,0-1-1 0 0,0-1 0 0 0,-22 0 0 0 0,32-1-267 0 0,0 0 0 0 0,0-1 0 0 0,0 0 0 0 0,0 1 0 0 0,0-2 0 0 0,0 1 0 0 0,0 0 0 0 0,-3-2-1 0 0,6 2 12 0 0,0 0 0 0 0,0 1-1 0 0,-1-1 1 0 0,1 0-1 0 0,0 0 1 0 0,0 0 0 0 0,1 0-1 0 0,-1 0 1 0 0,0 0-1 0 0,0 0 1 0 0,0 0-1 0 0,1 0 1 0 0,-1 0 0 0 0,0 0-1 0 0,1 0 1 0 0,-1 0-1 0 0,1-1 1 0 0,-1 1-1 0 0,1 0 1 0 0,0-1 0 0 0,0 1-1 0 0,0 0 1 0 0,-1-3-1 0 0,1 2-151 0 0,1-1 0 0 0,-1 0 0 0 0,0 1 0 0 0,1-1 0 0 0,0 1 0 0 0,-1 0 0 0 0,1-1 0 0 0,0 1 0 0 0,0-1 0 0 0,0 1 0 0 0,3-3 0 0 0,0-1-5 0 0,1 0 0 0 0,0 1 0 0 0,0 0 0 0 0,0 0 0 0 0,7-4 0 0 0,-4 2 145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59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11 108 0 0,'25'-8'459'0'0,"-24"8"-211"0"0,-1-1 0 0 0,1 1-1 0 0,0 0 1 0 0,0-1 0 0 0,0 1 0 0 0,0 0 0 0 0,0 0-1 0 0,0-1 1 0 0,0 1 0 0 0,0 0 0 0 0,0 0 0 0 0,0 0-1 0 0,-1 0 1 0 0,1 0 0 0 0,0 0 0 0 0,0 1 0 0 0,0-1 0 0 0,0 0-1 0 0,0 0 1 0 0,0 1 0 0 0,0-1 0 0 0,1 1 0 0 0,-6 1 251 0 0,0 1 0 0 0,-1-1 1 0 0,1 0-1 0 0,0-1 1 0 0,0 1-1 0 0,-1-1 0 0 0,-8 2 1 0 0,5-1 26 0 0,-9 2 110 0 0,1 2 0 0 0,-1 0 0 0 0,1 1-1 0 0,1 1 1 0 0,-24 15 0 0 0,32-18-425 0 0,0 0-1 0 0,0 1 1 0 0,1 0 0 0 0,0 1-1 0 0,0-1 1 0 0,1 1 0 0 0,0 0 0 0 0,0 1-1 0 0,0-1 1 0 0,1 1 0 0 0,0 0-1 0 0,1 0 1 0 0,-4 10 0 0 0,6-15-165 0 0,0 1-1 0 0,-1 0 1 0 0,1 0 0 0 0,0 0 0 0 0,1 0-1 0 0,-1 0 1 0 0,1 0 0 0 0,-1 0 0 0 0,1 0-1 0 0,1 0 1 0 0,-1 0 0 0 0,0 0 0 0 0,1 0-1 0 0,0 0 1 0 0,0-1 0 0 0,0 1 0 0 0,0 0 0 0 0,1 0-1 0 0,0-1 1 0 0,-1 1 0 0 0,1 0 0 0 0,0-1-1 0 0,1 0 1 0 0,-1 1 0 0 0,1-1 0 0 0,-1 0-1 0 0,1-1 1 0 0,0 1 0 0 0,0 0 0 0 0,0-1-1 0 0,1 1 1 0 0,-1-1 0 0 0,1 0 0 0 0,-1 0-1 0 0,5 1 1 0 0,2 2-435 0 0,0-1-1 0 0,1-1 1 0 0,0 0-1 0 0,20 4 1 0 0,44-2-7522 0 0,20 5-959 0 0,-84-9 8558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00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0 100 0 0,'0'11'949'0'0,"-1"0"1"0"0,-1 0-1 0 0,0 0 1 0 0,0 0-1 0 0,-1-1 1 0 0,0 1-1 0 0,-1-1 1 0 0,-9 18-1 0 0,6-15-484 0 0,0-1-1 0 0,-2 1 1 0 0,1-1 0 0 0,-1-1 0 0 0,-1 0-1 0 0,0 0 1 0 0,-1-1 0 0 0,0 0-1 0 0,0 0 1 0 0,-17 9 0 0 0,-2-8-1674 0 0,28-11 927 0 0,1 0 0 0 0,-1 0-1 0 0,1 0 1 0 0,-1 0 0 0 0,1 0-1 0 0,-1 0 1 0 0,1-1 0 0 0,0 1 0 0 0,-1 0-1 0 0,1-1 1 0 0,0 1 0 0 0,-1-1-1 0 0,1 0 1 0 0,0 1 0 0 0,-1-1 0 0 0,1 0-1 0 0,0 0 1 0 0,0 0 0 0 0,0 0-1 0 0,0 0 1 0 0,-2-2 0 0 0,2 1-159 0 0,-1 0 0 0 0,1 0 0 0 0,0-1 0 0 0,0 1 1 0 0,0-1-1 0 0,0 1 0 0 0,0-1 0 0 0,1 1 0 0 0,-1-1 0 0 0,1 1 1 0 0,-1-1-1 0 0,1-4 0 0 0,4-23 85 0 0,-2 20 133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00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31 24 0 0,'-54'-28'5757'0'0,"54"27"-5401"0"0,4 1-175 0 0,0-1 1 0 0,0 1-1 0 0,0 0 0 0 0,0 0 0 0 0,0 0 1 0 0,-1 0-1 0 0,1 1 0 0 0,0 0 0 0 0,0-1 1 0 0,0 1-1 0 0,4 2 0 0 0,46 17-368 0 0,-41-15 237 0 0,-1 1-1 0 0,0 0 0 0 0,0 1 1 0 0,-1 0-1 0 0,0 1 1 0 0,0 0-1 0 0,-1 1 0 0 0,0 0 1 0 0,15 17-1 0 0,-22-22 112 0 0,-1 0 1 0 0,1-1-1 0 0,-1 1 0 0 0,0 0 1 0 0,0 0-1 0 0,0 1 1 0 0,0-1-1 0 0,-1 0 0 0 0,0 0 1 0 0,0 1-1 0 0,0-1 1 0 0,0 1-1 0 0,-1-1 0 0 0,1 1 1 0 0,-1-1-1 0 0,0 1 0 0 0,-1-1 1 0 0,1 1-1 0 0,-1-1 1 0 0,0 1-1 0 0,0-1 0 0 0,0 1 1 0 0,-1-1-1 0 0,0 0 1 0 0,1 0-1 0 0,-1 0 0 0 0,-1 0 1 0 0,1 0-1 0 0,-1 0 0 0 0,1 0 1 0 0,-6 5-1 0 0,-3 2 513 0 0,0 1 0 0 0,0-2 0 0 0,-1 0 0 0 0,0 0 0 0 0,-1-1 0 0 0,0-1 0 0 0,-25 13 0 0 0,32-18-660 0 0,-1 0 0 0 0,1 0-1 0 0,-1-1 1 0 0,1 0 0 0 0,-1 0 0 0 0,0 0 0 0 0,0-1 0 0 0,0 0 0 0 0,0 0 0 0 0,0-1 0 0 0,0 0 0 0 0,0 0 0 0 0,0-1 0 0 0,1 0 0 0 0,-1 0-1 0 0,0 0 1 0 0,0-1 0 0 0,0 0 0 0 0,-9-5 0 0 0,15 7-289 0 0,-1-1 0 0 0,1 0 0 0 0,0 1 0 0 0,0-1 1 0 0,0 0-1 0 0,0 1 0 0 0,0-1 0 0 0,0 0 0 0 0,0 0 0 0 0,0 0 0 0 0,0 0 0 0 0,0 0 0 0 0,0 0 0 0 0,0 0 0 0 0,1 0 1 0 0,-1 0-1 0 0,0 0 0 0 0,1-1 0 0 0,-1 1 0 0 0,1 0 0 0 0,0 0 0 0 0,-1-1 0 0 0,1 1 0 0 0,0 0 0 0 0,0-1 0 0 0,-1-1 0 0 0,2 1-150 0 0,0-1 0 0 0,0 1-1 0 0,0 0 1 0 0,-1 0-1 0 0,2 0 1 0 0,-1 0-1 0 0,0 0 1 0 0,0 0 0 0 0,1 0-1 0 0,-1 1 1 0 0,1-1-1 0 0,-1 0 1 0 0,1 1 0 0 0,2-2-1 0 0,5-4-437 0 0,1 0-1 0 0,-1 1 1 0 0,2 1 0 0 0,-1-1-1 0 0,12-3 1 0 0,-8 4 554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01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26 28 0 0,'10'-3'303'0'0,"-3"1"132"0"0,0 0-1 0 0,0 0 1 0 0,-1 0-1 0 0,1-1 1 0 0,-1 0-1 0 0,10-6 1688 0 0,-59 19 2157 0 0,34-8-3879 0 0,0 0 0 0 0,0 0 0 0 0,0 1 1 0 0,0 1-1 0 0,1-1 0 0 0,0 1 0 0 0,0 1 0 0 0,0-1 0 0 0,0 2 1 0 0,1-1-1 0 0,-1 1 0 0 0,-7 8 0 0 0,13-11-267 0 0,-1 0 0 0 0,1 0 1 0 0,-1 0-1 0 0,1 1 0 0 0,0-1 0 0 0,1 1 0 0 0,-1 0 0 0 0,1-1 1 0 0,-1 1-1 0 0,1 0 0 0 0,0 0 0 0 0,0 0 0 0 0,1 0 0 0 0,-1 0 0 0 0,1 0 1 0 0,0 0-1 0 0,0 0 0 0 0,0 0 0 0 0,1 0 0 0 0,-1 0 0 0 0,1-1 1 0 0,0 1-1 0 0,0 0 0 0 0,0 0 0 0 0,1 0 0 0 0,0-1 0 0 0,-1 1 1 0 0,1-1-1 0 0,0 1 0 0 0,4 4 0 0 0,2 3 147 0 0,1 0 0 0 0,0-1-1 0 0,1 0 1 0 0,0-1 0 0 0,1 0 0 0 0,0-1 0 0 0,0 0-1 0 0,1 0 1 0 0,0-1 0 0 0,23 10 0 0 0,-27-14-497 0 0,1 0 0 0 0,-1 0 0 0 0,1-1 0 0 0,0 0 0 0 0,-1-1 0 0 0,1 0 0 0 0,0 0 0 0 0,10-1 0 0 0,-14 0-378 0 0,0-1 1 0 0,-1 1-1 0 0,1-1 0 0 0,0 0 0 0 0,0-1 1 0 0,0 1-1 0 0,-1-1 0 0 0,1 0 1 0 0,-1 0-1 0 0,0-1 0 0 0,1 1 0 0 0,-1-1 1 0 0,0 0-1 0 0,0 0 0 0 0,3-4 0 0 0,-4 4 50 0 0,-1 0 0 0 0,0 1-1 0 0,1-1 1 0 0,-2 0 0 0 0,1 0-1 0 0,0-1 1 0 0,0 1 0 0 0,-1 0 0 0 0,0-1-1 0 0,0 1 1 0 0,0 0 0 0 0,1-6-1 0 0,-3-43-2110 0 0,0 38 2307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01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62 148 0 0,'2'-2'7768'0'0,"4"-4"-3919"0"0,25-23-3159 0 0,-29 26-650 0 0,1 1 1 0 0,0 0-1 0 0,-1 0 0 0 0,1 0 0 0 0,0 0 0 0 0,0 0 1 0 0,0 1-1 0 0,0-1 0 0 0,1 1 0 0 0,-1 0 0 0 0,0 0 1 0 0,1 0-1 0 0,-1 0 0 0 0,0 1 0 0 0,1-1 1 0 0,-1 1-1 0 0,1 0 0 0 0,-1 0 0 0 0,1 0 0 0 0,-1 0 1 0 0,1 1-1 0 0,-1-1 0 0 0,6 3 0 0 0,3 2 213 0 0,-1 0-1 0 0,0 1 1 0 0,0 0-1 0 0,0 1 1 0 0,13 11-1 0 0,-17-12 228 0 0,1 0 0 0 0,0 0-1 0 0,0-1 1 0 0,1 0-1 0 0,-1 0 1 0 0,1-1-1 0 0,0 0 1 0 0,0-1 0 0 0,17 5-1 0 0,-19-8-257 0 0,0 1 0 0 0,-1-1 1 0 0,1-1-1 0 0,-1 1 0 0 0,1-1 0 0 0,0 0 0 0 0,-1-1 0 0 0,0 0 1 0 0,1 0-1 0 0,-1 0 0 0 0,0 0 0 0 0,0-1 0 0 0,0 0 0 0 0,0-1 1 0 0,-1 1-1 0 0,1-1 0 0 0,-1 0 0 0 0,6-6 0 0 0,27-35-4129 0 0,-38 44 3629 0 0,0 1 1 0 0,0-1 0 0 0,1 0 0 0 0,-1 1-1 0 0,0-1 1 0 0,1 1 0 0 0,-1-1 0 0 0,0 1 0 0 0,1-1-1 0 0,-1 1 1 0 0,1-1 0 0 0,-1 1 0 0 0,1-1-1 0 0,-1 1 1 0 0,1 0 0 0 0,-1-1 0 0 0,1 1 0 0 0,-1 0-1 0 0,1-1 1 0 0,-1 1 0 0 0,1 0 0 0 0,0 0-1 0 0,-1-1 1 0 0,1 1 0 0 0,0 0 0 0 0,-1 0 0 0 0,1 0-1 0 0,-1 0 1 0 0,1 0 0 0 0,0 0 0 0 0,-1 0-1 0 0,1 0 1 0 0,0 0 0 0 0,-1 0 0 0 0,1 1 0 0 0,0-1-1 0 0,-1 0 1 0 0,1 0 0 0 0,-1 0 0 0 0,1 1-1 0 0,-1-1 1 0 0,1 0 0 0 0,0 1 0 0 0,-1-1-1 0 0,1 1 1 0 0,-1-1 0 0 0,0 0 0 0 0,1 1 0 0 0,-1-1-1 0 0,1 1 1 0 0,-1-1 0 0 0,0 1 0 0 0,1 0-1 0 0,-1-1 1 0 0,0 1 0 0 0,1-1 0 0 0,-1 2 0 0 0,14 36-3405 0 0,-12-30 3426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02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45 88 0 0,'-22'-23'2500'0'0,"20"20"-1641"0"0,0 0 0 0 0,0 1 0 0 0,0-1 1 0 0,-1 1-1 0 0,-7-7 11741 0 0,15 15-7524 0 0,3 2-2948 0 0,4 8-3381 0 0,4 4 1219 0 0,23 21 703 0 0,-1 2 0 0 0,-3 2-1 0 0,-1 1 1 0 0,51 95 0 0 0,-77-124-457 0 0,0-1-1 0 0,-1 2 0 0 0,-1-1 1 0 0,-1 1-1 0 0,0 0 1 0 0,-1 0-1 0 0,-1 0 1 0 0,-1 1-1 0 0,0-1 1 0 0,-2 1-1 0 0,0-1 1 0 0,-1 1-1 0 0,-1-1 1 0 0,0 1-1 0 0,-2-1 1 0 0,0 0-1 0 0,-1 0 1 0 0,-14 33-1 0 0,13-40-211 0 0,1 0 0 0 0,-2 0 0 0 0,0-1 0 0 0,0 1 0 0 0,-1-2 0 0 0,0 1 0 0 0,-1-1 0 0 0,1 0 0 0 0,-2-1 0 0 0,0 0 0 0 0,0-1 0 0 0,0 0 0 0 0,-1 0 0 0 0,1-1 0 0 0,-16 6 0 0 0,16-8 0 0 0,1-1 0 0 0,-1-1 0 0 0,0 1 0 0 0,0-1 0 0 0,0-1 0 0 0,0 0 0 0 0,0-1 0 0 0,0 0 0 0 0,0 0 0 0 0,-1-1 0 0 0,1 0 0 0 0,-14-4 0 0 0,6 1-3077 0 0,-1 7-14760 0 0,10 4 7371 0 0,3 0 6477 0 0,1 0 3665 0 0,-1 1 3583 0 0,2-3-3572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20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343 1 124 0 0,'0'0'757'0'0,"-23"31"2383"0"0,-152 201 672 0 0,116-148-2796 0 0,33-51-505 0 0,17-22-230 0 0,0 0-1 0 0,1 0 0 0 0,0 1 0 0 0,1 0 1 0 0,0 0-1 0 0,-4 14 0 0 0,11-24-250 0 0,0-1-1 0 0,0 1 0 0 0,0 0 1 0 0,0-1-1 0 0,1 1 0 0 0,-1 0 1 0 0,1-1-1 0 0,-1 1 0 0 0,1-1 1 0 0,0 1-1 0 0,0-1 0 0 0,0 1 0 0 0,-1-1 1 0 0,1 1-1 0 0,1-1 0 0 0,-1 0 1 0 0,0 1-1 0 0,0-1 0 0 0,0 0 1 0 0,1 0-1 0 0,-1 0 0 0 0,0 0 1 0 0,1 0-1 0 0,-1 0 0 0 0,1-1 1 0 0,-1 1-1 0 0,1 0 0 0 0,0-1 1 0 0,1 1-1 0 0,50 18 477 0 0,11-1 61 0 0,90 13-1 0 0,-58-25-3785 0 0,-96-6 3052 0 0,1 0 1 0 0,-1 0-1 0 0,0 0 1 0 0,1 0 0 0 0,-1 0-1 0 0,1 0 1 0 0,-1 0-1 0 0,1 0 1 0 0,-1 0 0 0 0,1 0-1 0 0,-1 0 1 0 0,0 0-1 0 0,1 0 1 0 0,-1 0-1 0 0,1 0 1 0 0,-1-1 0 0 0,0 1-1 0 0,1 0 1 0 0,-1 0-1 0 0,1 0 1 0 0,-1-1 0 0 0,0 1-1 0 0,1 0 1 0 0,-1-1-1 0 0,0 1 1 0 0,0 0-1 0 0,1-1 1 0 0,-1 1 0 0 0,0 0-1 0 0,0-1 1 0 0,1 1-1 0 0,-1-1 1 0 0,0 1 0 0 0,0 0-1 0 0,0-1 1 0 0,0 1-1 0 0,0-1 1 0 0,0 1 0 0 0,1-1-1 0 0,-1 1 1 0 0,0 0-1 0 0,0-1 1 0 0,-1 0-1 0 0,-6-19-2410 0 0,4 14 2267 0 0,1-2 10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21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67 172 0 0,'9'1'477'0'0,"-1"0"0"0"0,1 1-1 0 0,-1-1 1 0 0,1 2 0 0 0,10 3 0 0 0,37 8 1849 0 0,-42-13-2192 0 0,0-1 1 0 0,0-1-1 0 0,0 0 0 0 0,15-3 1 0 0,-25 4-309 0 0,-1-1 1 0 0,1 0-1 0 0,0 0 1 0 0,-1 0-1 0 0,1 0 1 0 0,-1-1-1 0 0,1 1 1 0 0,-1-1 0 0 0,1 0-1 0 0,-1 0 1 0 0,0 0-1 0 0,0 0 1 0 0,0-1-1 0 0,0 1 1 0 0,-1-1-1 0 0,1 0 1 0 0,0 0 0 0 0,-1 0-1 0 0,0 0 1 0 0,2-4-1 0 0,-3 5 31 0 0,-1-1 0 0 0,1 1 0 0 0,-1-1-1 0 0,0 1 1 0 0,1 0 0 0 0,-1-1 0 0 0,-1 1 0 0 0,1-1-1 0 0,0 1 1 0 0,0 0 0 0 0,-1-1 0 0 0,0-2 0 0 0,0 2 36 0 0,-1-5-137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21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3 100 0 0,'1'-2'4633'0'0,"11"2"-1611"0"0,31 8-350 0 0,49 12-1240 0 0,-2-1 301 0 0,-22-5-3865 0 0,71 25 0 0 0,-117-31 1022 0 0,0 1 0 0 0,-1 1-1 0 0,0 1 1 0 0,0 1 0 0 0,-1 0 0 0 0,-1 2 0 0 0,20 17 0 0 0,-25-18 807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21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43 80 0 0,'-6'-2'702'0'0,"-1"0"1"0"0,1 0-1 0 0,0 0 0 0 0,0-1 0 0 0,0 0 0 0 0,0 0 1 0 0,1-1-1 0 0,-1 1 0 0 0,1-1 0 0 0,-8-8 1 0 0,21 10 1728 0 0,40 9-2311 0 0,-9 4 20 0 0,65 31 0 0 0,-91-36 54 0 0,-1 0-1 0 0,0 2 0 0 0,0-1 0 0 0,-1 1 0 0 0,0 1 0 0 0,0 0 0 0 0,-1 1 0 0 0,17 19 0 0 0,-26-28-99 0 0,0 1-1 0 0,1-1 1 0 0,-1 1-1 0 0,0 0 0 0 0,0-1 1 0 0,0 1-1 0 0,0 0 0 0 0,0-1 1 0 0,-1 1-1 0 0,1 0 1 0 0,0 0-1 0 0,-1 0 0 0 0,1 0 1 0 0,-1 0-1 0 0,0-1 0 0 0,0 1 1 0 0,0 0-1 0 0,0 0 1 0 0,0 0-1 0 0,0 0 0 0 0,0 0 1 0 0,0 0-1 0 0,-1 0 0 0 0,1 0 1 0 0,-1 0-1 0 0,0 2 1 0 0,-1-2 8 0 0,-1 1 0 0 0,1-1 1 0 0,0 0-1 0 0,-1 0 0 0 0,1 1 1 0 0,-1-2-1 0 0,1 1 0 0 0,-1 0 1 0 0,0 0-1 0 0,0-1 1 0 0,0 0-1 0 0,0 1 0 0 0,0-1 1 0 0,-4 1-1 0 0,-11 2 29 0 0,0 0 1 0 0,-1-1-1 0 0,0-1 0 0 0,-23-1 1 0 0,-52-5-289 0 0,-8-1-654 0 0,37 10-3647 0 0,81-1-5924 0 0,16-1 9545 0 0,-20-6 582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22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1 144 0 0,'-65'3'12743'0'0,"53"-2"-12281"0"0,1 0-1 0 0,0 1 1 0 0,0 1-1 0 0,0 0 1 0 0,0 0-1 0 0,0 1 1 0 0,0 1-1 0 0,1-1 1 0 0,0 2-1 0 0,0-1 0 0 0,1 2 1 0 0,-18 13-1 0 0,20-14-201 0 0,1 0-1 0 0,0 0 0 0 0,0 1 0 0 0,0 0 0 0 0,1 0 0 0 0,0 0 0 0 0,0 0 0 0 0,1 1 1 0 0,-7 16-1 0 0,11-21-202 0 0,-1 0 0 0 0,0 0 1 0 0,1 0-1 0 0,-1 0 0 0 0,1 0 1 0 0,0 0-1 0 0,0 0 0 0 0,0 0 1 0 0,1 1-1 0 0,-1-1 0 0 0,1 0 1 0 0,0 0-1 0 0,0 0 0 0 0,0 0 1 0 0,0 0-1 0 0,0 0 0 0 0,0-1 1 0 0,1 1-1 0 0,-1 0 0 0 0,1-1 1 0 0,0 1-1 0 0,0-1 0 0 0,0 1 1 0 0,0-1-1 0 0,1 0 0 0 0,-1 0 0 0 0,0 0 1 0 0,1 0-1 0 0,0 0 0 0 0,4 2 1 0 0,4 2 459 0 0,0 0 0 0 0,0-1 0 0 0,17 7 0 0 0,37 3-3705 0 0,-21-11-3725 0 0,47 0 0 0 0,-7-2-821 0 0,-73-1 7379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22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 72 0 0,'-5'0'441'0'0,"0"0"1"0"0,0 1-1 0 0,1-1 0 0 0,-1 1 0 0 0,0 0 1 0 0,0 1-1 0 0,0-1 0 0 0,1 1 0 0 0,-1 0 1 0 0,1 0-1 0 0,0 1 0 0 0,-1-1 1 0 0,1 1-1 0 0,0 0 0 0 0,0 0 0 0 0,-4 4 1 0 0,-3 5 310 0 0,2 0 0 0 0,-1 0 1 0 0,-13 24-1 0 0,6-9-2358 0 0,12-18-4376 0 0,9-13 2578 0 0,0-2 4205 0 0,-2 1-1033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23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60 0 0,'0'0'6849'0'0,"-8"14"-2669"0"0,-5 14-2090 0 0,12-26-2089 0 0,1 0 0 0 0,-1 0 0 0 0,1 0 1 0 0,0 0-1 0 0,0 1 0 0 0,0-1 0 0 0,0 0 1 0 0,0 0-1 0 0,1 0 0 0 0,-1 1 0 0 0,1-1 1 0 0,-1 0-1 0 0,1 0 0 0 0,0 0 0 0 0,0 0 1 0 0,0 0-1 0 0,0 0 0 0 0,0 0 0 0 0,2 2 1 0 0,-2-3-116 0 0,-1-1 0 0 0,0 0 0 0 0,1 1 0 0 0,-1-1 0 0 0,1 0 0 0 0,-1 1 0 0 0,1-1 0 0 0,-1 0 0 0 0,1 1 0 0 0,-1-1 0 0 0,1 0 0 0 0,0 0 0 0 0,-1 0 0 0 0,1 0 0 0 0,-1 1 0 0 0,1-1 0 0 0,-1 0 0 0 0,1 0 0 0 0,0 0 0 0 0,-1 0 0 0 0,1 0 0 0 0,-1-1 0 0 0,1 1 0 0 0,0 0 0 0 0,0 0 0 0 0,0-1-266 0 0,1 0 0 0 0,-1 0 1 0 0,0 0-1 0 0,1 0 0 0 0,-1 0 0 0 0,0 0 1 0 0,0 0-1 0 0,0 0 0 0 0,0-1 0 0 0,0 1 1 0 0,0 0-1 0 0,-1-1 0 0 0,1 1 0 0 0,1-3 1 0 0,0-1-195 0 0,0 0 1 0 0,1 0-1 0 0,-2 0 0 0 0,1-1 1 0 0,0 1-1 0 0,0-7 1 0 0,-1 2 264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23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51 64 0 0,'-1'0'164'0'0,"1"-1"0"0"0,-1 0 1 0 0,1 0-1 0 0,-1 1 0 0 0,1-1 0 0 0,0 0 1 0 0,-1 0-1 0 0,1 0 0 0 0,0 0 0 0 0,0 0 0 0 0,0 1 1 0 0,0-1-1 0 0,-1 0 0 0 0,1 0 0 0 0,0 0 1 0 0,1 0-1 0 0,-1 0 0 0 0,0 0 0 0 0,0 0 0 0 0,0 1 1 0 0,0-1-1 0 0,1 0 0 0 0,-1 0 0 0 0,0 0 0 0 0,1 0 1 0 0,-1 1-1 0 0,1-1 0 0 0,-1 0 0 0 0,1 0 1 0 0,1-1-46 0 0,0 1 0 0 0,0-1 1 0 0,0 1-1 0 0,0 0 0 0 0,0 0 1 0 0,0 0-1 0 0,0 0 1 0 0,0 0-1 0 0,0 0 0 0 0,0 1 1 0 0,4-1-1 0 0,63-4 207 0 0,-63 5 165 0 0,-6 0-307 0 0,-6 6 4257 0 0,5-5-4307 0 0,-1 0-1 0 0,1-1 1 0 0,0 1 0 0 0,-1-1-1 0 0,1 0 1 0 0,-1 1 0 0 0,0-1-1 0 0,1 0 1 0 0,-1 0-1 0 0,1 0 1 0 0,-1 0 0 0 0,1 0-1 0 0,-1 0 1 0 0,1 0 0 0 0,-3-1-1 0 0,-11-8 1172 0 0,3 2-4412 0 0,30 21-3313 0 0,25 25 918 0 0,-36-35 5259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24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48 128 0 0,'-52'-48'7893'0'0,"86"69"-6714"0"0,-16-10-1002 0 0,0 0 0 0 0,-1 2 1 0 0,0 0-1 0 0,-1 0 1 0 0,-1 2-1 0 0,23 26 0 0 0,-35-38 39 0 0,-1 1 0 0 0,1-1-1 0 0,-1 1 1 0 0,1 0 0 0 0,-1 0-1 0 0,0 0 1 0 0,0 0 0 0 0,-1 0-1 0 0,1 0 1 0 0,-1 0 0 0 0,0 1-1 0 0,0-1 1 0 0,0 1 0 0 0,-1-1 0 0 0,1 0-1 0 0,-1 1 1 0 0,0-1 0 0 0,-1 1-1 0 0,1-1 1 0 0,-1 1 0 0 0,0-1-1 0 0,0 0 1 0 0,0 1 0 0 0,0-1-1 0 0,-1 0 1 0 0,0 0 0 0 0,0 0-1 0 0,0 0 1 0 0,0 0 0 0 0,0 0-1 0 0,-1-1 1 0 0,0 1 0 0 0,0-1-1 0 0,0 0 1 0 0,0 0 0 0 0,0 0-1 0 0,-8 5 1 0 0,2-2-6 0 0,0 0-1 0 0,0-1 1 0 0,0 0-1 0 0,-1 0 0 0 0,0-1 1 0 0,0-1-1 0 0,0 0 1 0 0,0 0-1 0 0,-1-1 1 0 0,1 0-1 0 0,-15 1 1 0 0,-49-2-1692 0 0,5-9-5715 0 0,69 8 7011 0 0,-1 0 0 0 0,1 0 0 0 0,0 1 0 0 0,0-1 0 0 0,0 0 0 0 0,-1 0-1 0 0,1 0 1 0 0,0 0 0 0 0,0-1 0 0 0,0 1 0 0 0,-1 0 0 0 0,1 0 0 0 0,0 0-1 0 0,0 0 1 0 0,-1 0 0 0 0,1 0 0 0 0,0 0 0 0 0,0 0 0 0 0,0 0 0 0 0,0 0-1 0 0,-1-1 1 0 0,1 1 0 0 0,0 0 0 0 0,0 0 0 0 0,0 0 0 0 0,0 0 0 0 0,-1 0-1 0 0,1-1 1 0 0,0 1 0 0 0,0 0 0 0 0,0 0 0 0 0,0 0 0 0 0,0-1 0 0 0,0 1-1 0 0,0 0 1 0 0,0 0 0 0 0,0 0 0 0 0,0-1 0 0 0,0 1 0 0 0,-1 0 0 0 0,1 0-1 0 0,0-1 1 0 0,0 1 0 0 0,1 0 0 0 0,-1 0 0 0 0,0-1 0 0 0,9-9-2405 0 0,21-9 1894 0 0,-17 12 449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24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12 68 0 0,'26'-11'1716'0'0,"-41"19"2311"0"0,-1-2-3102 0 0,0 1 1 0 0,0 1 0 0 0,1 0-1 0 0,0 1 1 0 0,1 1 0 0 0,0 0-1 0 0,1 1 1 0 0,-19 19 0 0 0,29-26-629 0 0,-1 0 1 0 0,1 0 0 0 0,0 0 0 0 0,0 1 0 0 0,0-1 0 0 0,1 1 0 0 0,-1 0 0 0 0,1 0-1 0 0,0 0 1 0 0,1 0 0 0 0,-1 0 0 0 0,1 0 0 0 0,0 0 0 0 0,0 0 0 0 0,1 1 0 0 0,-1-1-1 0 0,1 0 1 0 0,0 1 0 0 0,1-1 0 0 0,0 0 0 0 0,-1 1 0 0 0,1-1 0 0 0,1 0 0 0 0,-1 0-1 0 0,1 0 1 0 0,0 0 0 0 0,0 0 0 0 0,1 0 0 0 0,-1-1 0 0 0,1 1 0 0 0,5 6-1 0 0,-5-7-218 0 0,1 1-1 0 0,0-1 0 0 0,0 0 0 0 0,0 0 0 0 0,1 0 0 0 0,-1 0 0 0 0,1-1 0 0 0,0 0 0 0 0,0 0 0 0 0,0 0 0 0 0,0 0 0 0 0,0-1 1 0 0,1 0-1 0 0,-1 0 0 0 0,1 0 0 0 0,10 1 0 0 0,-12-3-317 0 0,0 0 1 0 0,-1 1-1 0 0,1-2 1 0 0,0 1-1 0 0,0 0 1 0 0,-1-1-1 0 0,1 0 1 0 0,0 0-1 0 0,-1 0 1 0 0,1 0-1 0 0,4-3 1 0 0,-5 3-454 0 0,1-1 0 0 0,-1 0 1 0 0,0-1-1 0 0,-1 1 0 0 0,1 0 0 0 0,0-1 1 0 0,-1 0-1 0 0,1 0 0 0 0,-1 1 1 0 0,0-1-1 0 0,0-1 0 0 0,0 1 1 0 0,2-4-1 0 0,14-45-7218 0 0,-16 41 7204 0 0,-1 0-1 0 0,0 0 1 0 0,0 0 0 0 0,-1-1 0 0 0,-2-16-1 0 0,0 12 416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25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0 152 0 0,'-28'13'12068'0'0,"30"-14"-12007"0"0,0 1 0 0 0,1-1 0 0 0,-1 1 0 0 0,0 0 0 0 0,0 0 0 0 0,0 0 0 0 0,1 0 0 0 0,-1 0-1 0 0,0 0 1 0 0,0 1 0 0 0,0-1 0 0 0,1 1 0 0 0,-1 0 0 0 0,0-1 0 0 0,0 1 0 0 0,0 0 0 0 0,0 0-1 0 0,3 2 1 0 0,39 28 551 0 0,-29-20-317 0 0,-5-3 36 0 0,0-1 0 0 0,1-1-1 0 0,0 0 1 0 0,0 0 0 0 0,0-1 0 0 0,22 6 0 0 0,-25-10-100 0 0,1 1 0 0 0,-1-2 0 0 0,1 1 0 0 0,-1-1 0 0 0,1 0 0 0 0,-1-1 0 0 0,1 0 0 0 0,-1 0 0 0 0,1-1 0 0 0,14-5 0 0 0,9-3 365 0 0,-18 7-432 0 0,0-1-1 0 0,0-1 0 0 0,0 0 0 0 0,-1-1 0 0 0,1 0 0 0 0,-1-1 0 0 0,20-14 0 0 0,-33 21-100 0 0,0-1-193 0 0,0 1 0 0 0,-1 0 1 0 0,1-1-1 0 0,0 1 1 0 0,0 0-1 0 0,-1 0 1 0 0,1-1-1 0 0,0 1 0 0 0,0 0 1 0 0,-1 0-1 0 0,1 0 1 0 0,0-1-1 0 0,-1 1 0 0 0,1 0 1 0 0,0 0-1 0 0,-1 0 1 0 0,1 0-1 0 0,0 0 1 0 0,-1 0-1 0 0,1 0 0 0 0,0 0 1 0 0,-1 0-1 0 0,1 0 1 0 0,0 0-1 0 0,-1 0 0 0 0,1 0 1 0 0,-1 0-1 0 0,1 0 1 0 0,0 0-1 0 0,-1 0 0 0 0,1 0 1 0 0,0 0-1 0 0,-1 0 1 0 0,1 1-1 0 0,0-1 1 0 0,-1 0-1 0 0,1 0 0 0 0,0 0 1 0 0,0 1-1 0 0,-1-1 1 0 0,1 0-1 0 0,0 0 0 0 0,0 1 1 0 0,-1-1-1 0 0,1 0 1 0 0,0 1-1 0 0,0-1 1 0 0,-17 13-5106 0 0,13-7 4101 0 0,-1 0 0 0 0,1 0 0 0 0,1 1 0 0 0,-1 0 0 0 0,-2 7 0 0 0,-17 64-1480 0 0,19-62 2402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25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 68 0 0,'-1'0'179'0'0,"0"0"0"0"0,0 0 0 0 0,0-1 0 0 0,0 1 0 0 0,0 0 0 0 0,1 0 0 0 0,-1 0 0 0 0,0 0-1 0 0,0 1 1 0 0,0-1 0 0 0,0 0 0 0 0,0 0 0 0 0,0 0 0 0 0,0 1 0 0 0,1-1 0 0 0,-1 0 0 0 0,0 1 0 0 0,0-1 0 0 0,0 1 0 0 0,1-1 0 0 0,-1 1 0 0 0,0-1 0 0 0,0 1 0 0 0,1-1 0 0 0,-1 1-1 0 0,1 0 1 0 0,-1 0 0 0 0,0-1 0 0 0,1 1 0 0 0,0 0 0 0 0,-1 0 0 0 0,1-1 0 0 0,-1 1 0 0 0,1 0 0 0 0,0 0 0 0 0,-1 0 0 0 0,1 1 0 0 0,-14 38 5040 0 0,20 3-3055 0 0,-6-42-2185 0 0,1 0 0 0 0,-1 0 0 0 0,0 1 0 0 0,1-1 0 0 0,-1 0 0 0 0,0 0-1 0 0,1 0 1 0 0,0 0 0 0 0,-1 0 0 0 0,1 0 0 0 0,-1 0 0 0 0,1 0 0 0 0,0 0-1 0 0,0 0 1 0 0,0-1 0 0 0,0 1 0 0 0,-1 0 0 0 0,1 0 0 0 0,0-1-1 0 0,0 1 1 0 0,0-1 0 0 0,0 1 0 0 0,1-1 0 0 0,-1 1 0 0 0,0-1 0 0 0,0 1-1 0 0,0-1 1 0 0,0 0 0 0 0,0 0 0 0 0,1 0 0 0 0,-1 0 0 0 0,0 1 0 0 0,0-2-1 0 0,2 1 1 0 0,-1-1-429 0 0,1 0-1 0 0,-1 0 1 0 0,0-1 0 0 0,0 1-1 0 0,0-1 1 0 0,0 1 0 0 0,0-1-1 0 0,0 0 1 0 0,-1 1-1 0 0,1-1 1 0 0,-1 0 0 0 0,1 0-1 0 0,-1-1 1 0 0,0 1-1 0 0,1 0 1 0 0,0-5 0 0 0,19-46-4150 0 0,-16 36 3926 0 0,-1 8 383 0 0,3-1 57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26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35 40 0 0,'-12'-19'1944'0'0,"7"10"2952"0"0,28 2-3215 0 0,-19 7-1441 0 0,0 0-1 0 0,0 0 1 0 0,-1 0-1 0 0,1 1 1 0 0,0-1-1 0 0,0 1 0 0 0,-1 0 1 0 0,1 0-1 0 0,0 0 1 0 0,-1 1-1 0 0,1-1 1 0 0,-1 1-1 0 0,1 0 0 0 0,-1 0 1 0 0,0 0-1 0 0,0 0 1 0 0,0 1-1 0 0,0-1 1 0 0,0 1-1 0 0,-1 0 1 0 0,5 5-1 0 0,6 5 2713 0 0,-21-8-1446 0 0,-7 1-3472 0 0,-37-14-9994 0 0,0-10 7934 0 0,41 13 3771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26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41 20 0 0,'1'-1'204'0'0,"0"0"-1"0"0,0 0 1 0 0,0 0-1 0 0,0-1 1 0 0,0 1-1 0 0,0 0 1 0 0,0-1-1 0 0,-1 1 1 0 0,1 0-1 0 0,0-1 1 0 0,-1 1-1 0 0,1-1 1 0 0,-1 1-1 0 0,0-1 1 0 0,1 1-1 0 0,-1-1 1 0 0,0 0-1 0 0,0 1 1 0 0,0-1-1 0 0,0-2 1 0 0,-1 3 17 0 0,0 0 0 0 0,1 1 1 0 0,-1-1-1 0 0,0 0 0 0 0,0 1 0 0 0,1-1 1 0 0,-1 1-1 0 0,0-1 0 0 0,0 1 1 0 0,0-1-1 0 0,0 1 0 0 0,0 0 0 0 0,0 0 1 0 0,0-1-1 0 0,0 1 0 0 0,0 0 1 0 0,0 0-1 0 0,0 0 0 0 0,1 0 1 0 0,-1 0-1 0 0,0 0 0 0 0,0 0 0 0 0,-2 1 1 0 0,-41 10 4246 0 0,21 1-4526 0 0,11-2 108 0 0,0 1 0 0 0,1 0 0 0 0,1 0 0 0 0,-1 1 0 0 0,2 1 0 0 0,0-1 0 0 0,1 1 0 0 0,0 1 0 0 0,1 0 0 0 0,0 0 0 0 0,1 0 0 0 0,1 1 0 0 0,0 0 0 0 0,1 0 0 0 0,0 0 0 0 0,2 0 0 0 0,0 1 0 0 0,0-1 0 0 0,1 1 0 0 0,1 0 0 0 0,4 29 0 0 0,-1-22-489 0 0,1 0 0 0 0,0 0-1 0 0,2 0 1 0 0,1-1-1 0 0,0 0 1 0 0,2 0 0 0 0,0 0-1 0 0,2-2 1 0 0,0 1-1 0 0,2-1 1 0 0,0-1-1 0 0,1 0 1 0 0,0-1 0 0 0,19 17-1 0 0,-13-17-525 0 0,1-2 1 0 0,1 0-1 0 0,0-1 0 0 0,1-2 0 0 0,35 17 1 0 0,-21-15 151 0 0,1-1 1 0 0,78 17 0 0 0,-74-23 565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26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344 1 72 0 0,'14'26'779'0'0,"-1"1"0"0"0,-1 1 0 0 0,-1 0 1 0 0,-2 0-1 0 0,-1 1 0 0 0,-1 1 0 0 0,-1-1 0 0 0,-2 1 0 0 0,-1 0 0 0 0,-1 0 1 0 0,-1 0-1 0 0,-2 0 0 0 0,-1 0 0 0 0,-2-1 0 0 0,-1 1 0 0 0,-1-1 0 0 0,-11 33 1 0 0,-7 9 2636 0 0,-66 134 1 0 0,69-167-3769 0 0,-38 50 0 0 0,39-62-2468 0 0,-1-1 0 0 0,-37 34 0 0 0,35-37-729 0 0,13-12 1969 0 0,-1 0 0 0 0,0 0-1 0 0,-1-1 1 0 0,-20 12-1 0 0,26-18 1334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53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90 64 0 0,'2'-5'3346'0'0,"12"4"-1969"0"0,25 2-1100 0 0,-28-1 175 0 0,66-4 347 0 0,0-3 1 0 0,124-29 0 0 0,-11 2-2714 0 0,-151 32 846 0 0,-37 1 959 0 0,-1 1-1 0 0,0 0 1 0 0,0 0 0 0 0,1 0-1 0 0,-1 0 1 0 0,0 0 0 0 0,0 0-1 0 0,1 0 1 0 0,-1 0 0 0 0,0 0-1 0 0,0 1 1 0 0,1-1-1 0 0,-1 1 1 0 0,0-1 0 0 0,0 1-1 0 0,0-1 1 0 0,0 1 0 0 0,1-1-1 0 0,-1 1 1 0 0,0 0-1 0 0,0 0 1 0 0,0 0 0 0 0,-1-1-1 0 0,1 1 1 0 0,1 1 0 0 0,-3 0 8 0 0,0 0 1 0 0,0 0 0 0 0,0 0 0 0 0,-1 0-1 0 0,1 0 1 0 0,0-1 0 0 0,-1 1 0 0 0,0 0 0 0 0,1-1-1 0 0,-1 1 1 0 0,0-1 0 0 0,0 0 0 0 0,1 0 0 0 0,-1 1-1 0 0,0-1 1 0 0,0-1 0 0 0,-4 3 0 0 0,4-3 27 0 0,-10 6-116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53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31 68 0 0,'0'0'31'0'0,"0"0"0"0"0,0 0 0 0 0,0 0 1 0 0,0 0-1 0 0,0 0 0 0 0,0 0 0 0 0,0 1 0 0 0,-1-1 0 0 0,1 0 0 0 0,0 0 1 0 0,0 0-1 0 0,0 0 0 0 0,0 0 0 0 0,0 0 0 0 0,0 0 0 0 0,0 0 0 0 0,0 1 1 0 0,0-1-1 0 0,0 0 0 0 0,-1 0 0 0 0,1 0 0 0 0,0 0 0 0 0,0 0 0 0 0,0 0 1 0 0,0 1-1 0 0,0-1 0 0 0,0 0 0 0 0,0 0 0 0 0,0 0 0 0 0,0 0 0 0 0,0 0 1 0 0,0 1-1 0 0,0-1 0 0 0,0 0 0 0 0,0 0 0 0 0,0 0 0 0 0,0 0 0 0 0,1 0 1 0 0,-1 0-1 0 0,0 1 0 0 0,0-1 0 0 0,0 0 0 0 0,0 0 0 0 0,0 0 0 0 0,0 0 1 0 0,0 0-1 0 0,0 0 0 0 0,0 0 0 0 0,0 0 0 0 0,1 0 0 0 0,-1 1 0 0 0,0-1 1 0 0,0 0-1 0 0,0 0 0 0 0,0 0 0 0 0,0 0 0 0 0,0 0 0 0 0,0 0 0 0 0,1 0 1 0 0,-1 0-1 0 0,0 0 0 0 0,0 0 0 0 0,0 0 0 0 0,16 7 1100 0 0,19 3-249 0 0,7-6-126 0 0,-1-2-1 0 0,49-3 0 0 0,166-31 203 0 0,-95 9-3307 0 0,-157 23 2207 0 0,50-4-1693 0 0,-51 4 1707 0 0,-1 0 1 0 0,1 0-1 0 0,-1 0 0 0 0,0 1 1 0 0,1-1-1 0 0,-1 0 1 0 0,1 1-1 0 0,-1 0 0 0 0,0 0 1 0 0,1-1-1 0 0,-1 1 1 0 0,0 0-1 0 0,0 1 0 0 0,0-1 1 0 0,0 0-1 0 0,0 1 1 0 0,0-1-1 0 0,2 3 0 0 0,-2 1-109 0 0,-3-1 31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54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26 56 0 0,'-1'0'62'0'0,"1"0"0"0"0,-1 1 0 0 0,1-1 0 0 0,-1 0 0 0 0,1 1 0 0 0,-1-1 0 0 0,1 0 0 0 0,-1 1 0 0 0,1-1 0 0 0,0 0 0 0 0,-1 1 0 0 0,1-1 0 0 0,-1 1 0 0 0,1-1 0 0 0,0 1 0 0 0,0-1 0 0 0,-1 1 0 0 0,1-1 0 0 0,0 1 0 0 0,0-1 0 0 0,-1 1 0 0 0,1-1 0 0 0,0 1 0 0 0,0-1 0 0 0,0 1 0 0 0,0 0 0 0 0,0-1 0 0 0,0 1 0 0 0,0 0 0 0 0,18 2 1903 0 0,-7-2-2162 0 0,63 1 833 0 0,1-4 0 0 0,138-20 0 0 0,-53 3-2327 0 0,-157 18 1578 0 0,37 0-1195 0 0,-39 0 1207 0 0,1 1 0 0 0,0 0 0 0 0,0 0 0 0 0,-1 0 0 0 0,1 1 0 0 0,0-1 0 0 0,-1 0 0 0 0,1 1 0 0 0,0-1 0 0 0,-1 1 0 0 0,1-1 0 0 0,0 1 0 0 0,-1 0 0 0 0,1 0 0 0 0,-1 0 0 0 0,0 0 0 0 0,1 0 0 0 0,1 1 0 0 0,-3 0-135 0 0,-2 3 27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54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10 136 0 0,'0'0'30'0'0,"0"1"1"0"0,0-1-1 0 0,0 0 0 0 0,0 0 0 0 0,0 1 1 0 0,-1-1-1 0 0,1 0 0 0 0,0 1 0 0 0,0-1 1 0 0,0 0-1 0 0,0 0 0 0 0,0 1 0 0 0,1-1 1 0 0,-1 0-1 0 0,0 0 0 0 0,0 1 0 0 0,0-1 1 0 0,0 0-1 0 0,0 1 0 0 0,0-1 0 0 0,0 0 1 0 0,0 0-1 0 0,1 1 0 0 0,-1-1 1 0 0,0 0-1 0 0,0 0 0 0 0,0 0 0 0 0,1 1 1 0 0,-1-1-1 0 0,0 0 0 0 0,0 0 0 0 0,0 0 1 0 0,1 0-1 0 0,-1 1 0 0 0,0-1 0 0 0,0 0 1 0 0,1 0-1 0 0,-1 0 0 0 0,1 0 0 0 0,18 6 948 0 0,24-2 121 0 0,-40-4-1054 0 0,67 1 1178 0 0,128-16 0 0 0,-127 7-1713 0 0,119 2 0 0 0,-187 6 354 0 0,0 0-1 0 0,1 0 1 0 0,-1 1 0 0 0,0-1 0 0 0,0 1-1 0 0,0 0 1 0 0,0-1 0 0 0,0 2 0 0 0,0-1-1 0 0,0 0 1 0 0,0 1 0 0 0,-1-1 0 0 0,1 1-1 0 0,0 0 1 0 0,4 3 0 0 0,-7-4 62 0 0,1 0 0 0 0,-1 0 0 0 0,1-1 0 0 0,-1 1 0 0 0,1 0 0 0 0,-1 0 1 0 0,0 0-1 0 0,1 0 0 0 0,-1 0 0 0 0,0-1 0 0 0,0 1 0 0 0,0 0 0 0 0,0 0 0 0 0,1 0 0 0 0,-1 0 0 0 0,0 0 0 0 0,-1 0 0 0 0,1 0 0 0 0,0 0 0 0 0,0 0 1 0 0,0 1-1 0 0,-1 0 9 0 0,0 0 0 0 0,-1 0 0 0 0,1 0 0 0 0,0 0 0 0 0,-1 0 0 0 0,1 0 0 0 0,-1 0 0 0 0,1 0 0 0 0,-1 0 0 0 0,0-1 0 0 0,-2 3 0 0 0,-7 4-135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54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48 0 0,'0'0'50'0'0,"0"0"0"0"0,0 1 0 0 0,0-1 0 0 0,-1 0 0 0 0,1 1 0 0 0,0-1 0 0 0,0 0 0 0 0,0 1 0 0 0,0-1 0 0 0,0 0 0 0 0,0 1 0 0 0,0-1 0 0 0,0 0 0 0 0,1 1 0 0 0,-1-1 0 0 0,0 0 0 0 0,0 1 0 0 0,0-1 0 0 0,0 0 0 0 0,0 1 0 0 0,0-1 0 0 0,1 0 0 0 0,-1 0 0 0 0,0 1 0 0 0,0-1 0 0 0,0 0 0 0 0,1 0 0 0 0,-1 1 0 0 0,0-1 0 0 0,1 0 0 0 0,-1 0 0 0 0,0 1 0 0 0,0-1 0 0 0,1 0 0 0 0,-1 0 0 0 0,0 0 0 0 0,1 0 0 0 0,-1 0 0 0 0,23 8 995 0 0,24-3-194 0 0,23-1 191 0 0,-16-2-786 0 0,1 2 0 0 0,-1 2 0 0 0,93 24 0 0 0,-144-30-314 0 0,0 1 0 0 0,-1 0 1 0 0,1-1-1 0 0,0 1 0 0 0,-1 0 0 0 0,1 1 1 0 0,-1-1-1 0 0,0 0 0 0 0,1 1 0 0 0,-1-1 1 0 0,0 1-1 0 0,0 0 0 0 0,0 0 0 0 0,0 0 1 0 0,0 0-1 0 0,0 0 0 0 0,-1 0 0 0 0,1 0 0 0 0,-1 1 1 0 0,1-1-1 0 0,-1 1 0 0 0,0-1 0 0 0,0 1 1 0 0,1 3-1 0 0,-2-4-9 0 0,0 1 1 0 0,-1 0 0 0 0,1 0-1 0 0,-1-1 1 0 0,0 1-1 0 0,1 0 1 0 0,-1-1-1 0 0,-1 1 1 0 0,1-1 0 0 0,0 1-1 0 0,-1-1 1 0 0,1 0-1 0 0,-1 1 1 0 0,1-1-1 0 0,-1 0 1 0 0,0 0-1 0 0,0 0 1 0 0,0 0 0 0 0,0-1-1 0 0,-1 1 1 0 0,1 0-1 0 0,0-1 1 0 0,-1 0-1 0 0,-2 2 1 0 0,-16 7-137 0 0,-1 0 0 0 0,0-1 0 0 0,-1-1 0 0 0,-35 7 0 0 0,-50 18 609 0 0,98-29-332 0 0,0 0-1 0 0,1 1 1 0 0,-1 0-1 0 0,1 1 1 0 0,0 0-1 0 0,1 0 1 0 0,0 1-1 0 0,-9 9 1 0 0,16-15-48 0 0,-1 1 0 0 0,1-1 0 0 0,0 1 0 0 0,-1-1 0 0 0,1 1 0 0 0,0-1 0 0 0,0 1 0 0 0,0 0 0 0 0,0 0 0 0 0,1 0 0 0 0,-1-1 0 0 0,0 1 0 0 0,1 0 0 0 0,-1 0 0 0 0,1 0 0 0 0,0 0 0 0 0,0 0 0 0 0,0 0 0 0 0,0 0 0 0 0,0 0 0 0 0,0 0 0 0 0,1 2 0 0 0,0 0 5 0 0,0-1 1 0 0,1 0-1 0 0,-1 0 1 0 0,1-1-1 0 0,0 1 1 0 0,0 0-1 0 0,0 0 0 0 0,0-1 1 0 0,0 1-1 0 0,0-1 1 0 0,1 0-1 0 0,3 3 1 0 0,10 6-34 0 0,1-1 1 0 0,0-1 0 0 0,33 13 0 0 0,-33-14-205 0 0,0-1 23 0 0,-12-6 108 0 0,0 1 1 0 0,0-1-1 0 0,0 1 1 0 0,0 1-1 0 0,0-1 1 0 0,0 1 0 0 0,-1 0-1 0 0,1 0 1 0 0,-1 0-1 0 0,0 0 1 0 0,0 1-1 0 0,0 0 1 0 0,4 6-1 0 0,-9-9 89 0 0,1 1-1 0 0,-1-1 1 0 0,-1 1-1 0 0,1-1 1 0 0,0 1-1 0 0,0-1 1 0 0,-1 0-1 0 0,1 1 1 0 0,0-1-1 0 0,-1 0 0 0 0,1 0 1 0 0,-1 0-1 0 0,0 0 1 0 0,1 0-1 0 0,-1-1 1 0 0,0 1-1 0 0,1 0 1 0 0,-1-1-1 0 0,-2 1 1 0 0,-12 7 439 0 0,15-7-421 0 0,-1 0 1 0 0,0 1-1 0 0,1-1 0 0 0,0 0 0 0 0,-1 0 1 0 0,1 0-1 0 0,0 1 0 0 0,0-1 0 0 0,0 1 1 0 0,-1-1-1 0 0,2 1 0 0 0,-1-1 1 0 0,0 1-1 0 0,0 0 0 0 0,0-1 0 0 0,1 1 1 0 0,-1 0-1 0 0,1 0 0 0 0,-1 0 1 0 0,1-1-1 0 0,0 1 0 0 0,0 0 0 0 0,0 0 1 0 0,0 0-1 0 0,0 0 0 0 0,0-1 1 0 0,0 1-1 0 0,1 0 0 0 0,-1 0 0 0 0,0 0 1 0 0,1-1-1 0 0,0 1 0 0 0,-1 0 1 0 0,1-1-1 0 0,0 1 0 0 0,0 0 0 0 0,0-1 1 0 0,0 1-1 0 0,0-1 0 0 0,1 1 0 0 0,-1-1 1 0 0,0 0-1 0 0,0 0 0 0 0,1 1 1 0 0,-1-1-1 0 0,1 0 0 0 0,-1 0 0 0 0,1 0 1 0 0,3 1-1 0 0,4 3-313 0 0,1 0-1 0 0,0-1 1 0 0,0 0-1 0 0,0 0 1 0 0,0-1-1 0 0,0-1 1 0 0,17 3 0 0 0,101 8-2062 0 0,-109-12 2150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46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206 179 16 0 0,'-13'6'115'0'0,"0"0"0"0"0,0 1 1 0 0,1 1-1 0 0,0 0 0 0 0,0 0 0 0 0,1 1 0 0 0,0 1 1 0 0,0 0-1 0 0,1 0 0 0 0,0 1 0 0 0,1 1 0 0 0,1-1 1 0 0,0 1-1 0 0,0 1 0 0 0,1-1 0 0 0,1 1 1 0 0,0 1-1 0 0,0-1 0 0 0,2 1 0 0 0,0 0 0 0 0,0 0 1 0 0,1 0-1 0 0,1 1 0 0 0,0-1 0 0 0,2 1 0 0 0,-1-1 1 0 0,1 1-1 0 0,5 28 0 0 0,-3-35-18 0 0,1 0 0 0 0,0 0 0 0 0,0-1 1 0 0,1 1-1 0 0,0-1 0 0 0,0 1 0 0 0,1-1 0 0 0,0-1 0 0 0,9 11 1 0 0,-10-13-79 0 0,-1 0 0 0 0,1 0 1 0 0,0-1-1 0 0,1 0 0 0 0,-1 0 1 0 0,0 0-1 0 0,1 0 0 0 0,0-1 1 0 0,-1 1-1 0 0,1-1 1 0 0,0 0-1 0 0,0-1 0 0 0,0 1 1 0 0,1-1-1 0 0,-1 0 0 0 0,8 0 1 0 0,-12-1 172 0 0,-4 22 152 0 0,3-20-355 0 0,-1 0 1 0 0,1 0-1 0 0,-1 0 1 0 0,1 0-1 0 0,0 0 1 0 0,0 0-1 0 0,0 0 1 0 0,0-1-1 0 0,0 1 1 0 0,1 0-1 0 0,-1 0 1 0 0,0 0-1 0 0,1 0 1 0 0,-1 0-1 0 0,1 0 1 0 0,0 0-1 0 0,0-1 1 0 0,0 1 0 0 0,0 0-1 0 0,0 0 1 0 0,0-1-1 0 0,0 1 1 0 0,0-1-1 0 0,1 1 1 0 0,1 1-1 0 0,11 10-13 0 0,1-1 0 0 0,0-1-1 0 0,1 0 1 0 0,0 0 0 0 0,1-2-1 0 0,0 0 1 0 0,0-1 0 0 0,1-1 0 0 0,0 0-1 0 0,0-2 1 0 0,1 0 0 0 0,0-1 0 0 0,0-1-1 0 0,26 2 1 0 0,-30-4 57 0 0,0-1-1 0 0,0 0 1 0 0,1-1-1 0 0,-1 0 1 0 0,0-1 0 0 0,-1-1-1 0 0,1-1 1 0 0,0 0-1 0 0,-1 0 1 0 0,0-2 0 0 0,0 0-1 0 0,0 0 1 0 0,-1-1-1 0 0,0-1 1 0 0,0 0 0 0 0,-1-1-1 0 0,0-1 1 0 0,17-17-1 0 0,-24 21-11 0 0,0-1-1 0 0,0 0 0 0 0,-1-1 0 0 0,0 1 0 0 0,-1-1 1 0 0,0 0-1 0 0,0 0 0 0 0,3-12 0 0 0,-5 15-18 0 0,0-1-1 0 0,0 1 0 0 0,1 0 1 0 0,-1 0-1 0 0,1-1 0 0 0,1 1 0 0 0,-1 0 1 0 0,1 1-1 0 0,0-1 0 0 0,0 0 1 0 0,0 1-1 0 0,1 0 0 0 0,-1-1 1 0 0,1 2-1 0 0,0-1 0 0 0,0 0 1 0 0,0 1-1 0 0,1-1 0 0 0,0 1 1 0 0,-1 1-1 0 0,7-4 0 0 0,6 0-16 0 0,0 2 0 0 0,0 0 0 0 0,27-3 0 0 0,38-8-63 0 0,-76 13 68 0 0,0 0 0 0 0,0 0 0 0 0,0-1 0 0 0,0 0-1 0 0,0 0 1 0 0,-1 0 0 0 0,1 0 0 0 0,-1-1 0 0 0,0 0-1 0 0,5-5 1 0 0,-8 5 13 0 0,1 0 0 0 0,-1 0 0 0 0,0-1 0 0 0,0 1 0 0 0,0 0 0 0 0,0-1 0 0 0,-1 0-1 0 0,0 1 1 0 0,0-1 0 0 0,0 0 0 0 0,0 0 0 0 0,-1 1 0 0 0,0-1 0 0 0,0 0 0 0 0,0 0 0 0 0,-1 0 0 0 0,0 1 0 0 0,0-1 0 0 0,0 0-1 0 0,0 1 1 0 0,-1-1 0 0 0,1 0 0 0 0,-3-4 0 0 0,-4-9 42 0 0,0 0-1 0 0,-1 1 1 0 0,0 0-1 0 0,-17-22 1 0 0,4 11 30 0 0,-1 0 0 0 0,-2 1 1 0 0,-1 2-1 0 0,-1 0 0 0 0,-37-25 1 0 0,46 37-131 0 0,-1 1 1 0 0,0 0 0 0 0,-1 2 0 0 0,0 1 0 0 0,-1 0 0 0 0,0 1-1 0 0,0 1 1 0 0,0 2 0 0 0,-40-7 0 0 0,52 12-10 0 0,0 0 0 0 0,1 0 0 0 0,-1 1 0 0 0,0 0-1 0 0,1 1 1 0 0,-1 0 0 0 0,1 0 0 0 0,-1 1 0 0 0,1 0 0 0 0,0 0 0 0 0,0 1 0 0 0,0 0 0 0 0,1 0 0 0 0,0 1 0 0 0,-1 0 0 0 0,2 0 0 0 0,-1 1 0 0 0,0 0-1 0 0,1 0 1 0 0,0 1 0 0 0,1-1 0 0 0,-6 9 0 0 0,2-2-228 0 0,0 1 1 0 0,0 1-1 0 0,2 0 0 0 0,0 0 0 0 0,0 0 1 0 0,2 1-1 0 0,0 0 0 0 0,0 0 0 0 0,2 0 0 0 0,-4 29 1 0 0,9-19-122 0 0,1-13 241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48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1 168 0 0,'0'0'71'0'0,"0"0"0"0"0,1 0 0 0 0,-1 0 0 0 0,0 0 1 0 0,0 1-1 0 0,0-1 0 0 0,0 0 0 0 0,0 0 0 0 0,0 0 0 0 0,0 0 0 0 0,0 0 0 0 0,0 0 1 0 0,0 0-1 0 0,0 0 0 0 0,0 1 0 0 0,0-1 0 0 0,-1 0 0 0 0,1 0 0 0 0,0 0 0 0 0,0 0 0 0 0,0 0 1 0 0,0 0-1 0 0,0 0 0 0 0,0 0 0 0 0,0 1 0 0 0,0-1 0 0 0,0 0 0 0 0,0 0 0 0 0,0 0 0 0 0,0 0 1 0 0,0 0-1 0 0,0 0 0 0 0,-1 0 0 0 0,1 0 0 0 0,0 0 0 0 0,0 0 0 0 0,0 0 0 0 0,0 0 0 0 0,0 0 1 0 0,0 0-1 0 0,0 0 0 0 0,0 0 0 0 0,-1 0 0 0 0,1 0 0 0 0,0 0 0 0 0,0 0 0 0 0,0 0 1 0 0,0 0-1 0 0,0 0 0 0 0,0 0 0 0 0,0 0 0 0 0,-1 0 0 0 0,1 0 0 0 0,0 0 0 0 0,0 0 0 0 0,0 0 1 0 0,0 0-1 0 0,0 0 0 0 0,0 0 0 0 0,13 7 1403 0 0,22 4-592 0 0,100-1 1620 0 0,257-12 0 0 0,-370 1-2566 0 0,-1 1 0 0 0,26 3 0 0 0,-14 6-2636 0 0,-33-9 2579 0 0,1 0-1 0 0,-1 0 1 0 0,0 0-1 0 0,0 0 0 0 0,0 0 1 0 0,0 1-1 0 0,0-1 0 0 0,0 0 1 0 0,1 0-1 0 0,-1 0 0 0 0,0 0 1 0 0,0 0-1 0 0,0 0 0 0 0,0 1 1 0 0,0-1-1 0 0,0 0 0 0 0,0 0 1 0 0,0 0-1 0 0,0 0 0 0 0,0 1 1 0 0,0-1-1 0 0,1 0 0 0 0,-1 0 1 0 0,0 0-1 0 0,0 0 1 0 0,0 1-1 0 0,0-1 0 0 0,0 0 1 0 0,0 0-1 0 0,0 0 0 0 0,-1 0 1 0 0,1 1-1 0 0,0-1 0 0 0,0 0 1 0 0,0 0-1 0 0,0 0 0 0 0,0 0 1 0 0,0 1-1 0 0,0-1 0 0 0,0 0 1 0 0,0 0-1 0 0,0 0 0 0 0,0 0 1 0 0,-1 0-1 0 0,1 0 1 0 0,0 1-1 0 0,0-1 0 0 0,0 0 1 0 0,-12 10-1733 0 0,-12 4 1103 0 0,15-10 513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49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31 60 0 0,'-1'0'116'0'0,"-1"0"0"0"0,1 0 0 0 0,0 1 0 0 0,-1-1 0 0 0,1 0 0 0 0,0 1 0 0 0,-1-1 0 0 0,1 1 0 0 0,0-1 0 0 0,0 1 0 0 0,0-1 0 0 0,-1 1 0 0 0,1 0 0 0 0,0 0 0 0 0,0 0 0 0 0,0 0 1 0 0,0 0-1 0 0,0 0 0 0 0,-1 1 0 0 0,3-1 7 0 0,0 0 1 0 0,-1-1 0 0 0,1 1 0 0 0,0 0 0 0 0,-1-1-1 0 0,1 1 1 0 0,0-1 0 0 0,0 1 0 0 0,0-1 0 0 0,0 1-1 0 0,-1-1 1 0 0,1 1 0 0 0,0-1 0 0 0,0 0 0 0 0,0 1-1 0 0,0-1 1 0 0,0 0 0 0 0,0 0 0 0 0,0 0 0 0 0,0 0-1 0 0,0 0 1 0 0,0 0 0 0 0,0 0 0 0 0,0 0 0 0 0,0 0-1 0 0,2-1 1 0 0,473-37 5867 0 0,-365 25-5659 0 0,-90 14-2441 0 0,-21-1 2008 0 0,1 0 1 0 0,-1 1 0 0 0,0-1 0 0 0,0 0-1 0 0,0 0 1 0 0,0 0 0 0 0,0 1-1 0 0,0-1 1 0 0,0 0 0 0 0,1 0 0 0 0,-1 0-1 0 0,0 1 1 0 0,0-1 0 0 0,0 0 0 0 0,0 0-1 0 0,0 1 1 0 0,0-1 0 0 0,0 0-1 0 0,0 0 1 0 0,0 0 0 0 0,0 1 0 0 0,0-1-1 0 0,0 0 1 0 0,-1 0 0 0 0,1 1 0 0 0,0-1-1 0 0,0 0 1 0 0,0 0 0 0 0,0 0 0 0 0,0 1-1 0 0,0-1 1 0 0,0 0 0 0 0,-1 0-1 0 0,1 0 1 0 0,0 1 0 0 0,0-1 0 0 0,0 0-1 0 0,0 0 1 0 0,-1 0 0 0 0,1 0 0 0 0,0 0-1 0 0,-33 25-6214 0 0,23-19 7211 0 0,2 0-1110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49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5 28 0 0,'-11'4'2340'0'0,"11"-1"-790"0"0,22 3-73 0 0,36-1-307 0 0,32-5 464 0 0,105-12 0 0 0,-68 2-1411 0 0,-120 9-285 0 0,46 2-641 0 0,-50-1 342 0 0,-1 1-1 0 0,0-1 0 0 0,1 1 0 0 0,-1-1 0 0 0,0 1 0 0 0,1 0 1 0 0,-1 0-1 0 0,0 0 0 0 0,0 1 0 0 0,4 2 0 0 0,-6-2-565 0 0,-1 0 750 0 0,0 0 0 0 0,0-1 0 0 0,0 1 0 0 0,0 0 0 0 0,0-1 0 0 0,0 1 0 0 0,-1-1 0 0 0,1 1 0 0 0,0-1 0 0 0,-1 1 0 0 0,1-1 0 0 0,-1 0 0 0 0,0 0 1 0 0,1 0-1 0 0,-1 0 0 0 0,0 0 0 0 0,0 0 0 0 0,1-1 0 0 0,-1 1 0 0 0,0 0 0 0 0,0-1 0 0 0,-4 1 0 0 0,4 0 60 0 0,-7 2-76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49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31 24 0 0,'0'0'65'0'0,"0"0"-1"0"0,0 0 1 0 0,-1 0-1 0 0,1 0 1 0 0,0 1-1 0 0,0-1 1 0 0,0 0-1 0 0,-1 0 1 0 0,1 0 0 0 0,0 0-1 0 0,0 1 1 0 0,0-1-1 0 0,-1 0 1 0 0,1 0-1 0 0,0 0 1 0 0,0 1-1 0 0,0-1 1 0 0,0 0 0 0 0,0 0-1 0 0,0 1 1 0 0,0-1-1 0 0,-1 0 1 0 0,1 0-1 0 0,0 1 1 0 0,0-1-1 0 0,0 0 1 0 0,0 0 0 0 0,0 1-1 0 0,0-1 1 0 0,0 0-1 0 0,0 1 1 0 0,0-1-1 0 0,0 0 1 0 0,0 0-1 0 0,1 1 1 0 0,-1-1 0 0 0,0 0-1 0 0,0 0 1 0 0,0 1-1 0 0,0-1 1 0 0,0 0-1 0 0,0 0 1 0 0,1 0-1 0 0,-1 1 1 0 0,0-1 0 0 0,0 0-1 0 0,0 0 1 0 0,1 1-1 0 0,19 4 1354 0 0,39-5-631 0 0,-46 0-268 0 0,40-3 571 0 0,98-17 0 0 0,-98 10-1296 0 0,99-4-1 0 0,-150 14 60 0 0,0 0 0 0 0,0 0-1 0 0,-1 0 1 0 0,1 0 0 0 0,0 1-1 0 0,0-1 1 0 0,-1 0 0 0 0,1 1 0 0 0,0-1-1 0 0,0 1 1 0 0,-1 0 0 0 0,1-1 0 0 0,-1 1-1 0 0,1 0 1 0 0,0 0 0 0 0,-1 0-1 0 0,0 0 1 0 0,1 0 0 0 0,-1 0 0 0 0,0 1-1 0 0,1-1 1 0 0,-1 0 0 0 0,0 1 0 0 0,0-1-1 0 0,2 4 1 0 0,-3-4 39 0 0,0 0 0 0 0,0 1 0 0 0,0-1 0 0 0,0 1-1 0 0,0-1 1 0 0,0 1 0 0 0,0-1 0 0 0,0 0 0 0 0,-1 1 0 0 0,1-1 0 0 0,-1 1-1 0 0,1-1 1 0 0,-1 0 0 0 0,1 1 0 0 0,-1-1 0 0 0,0 0 0 0 0,1 0 0 0 0,-1 1 0 0 0,0-1-1 0 0,0 0 1 0 0,0 0 0 0 0,0 0 0 0 0,0 0 0 0 0,0 0 0 0 0,0 0 0 0 0,0 0-1 0 0,-1-1 1 0 0,1 1 0 0 0,0 0 0 0 0,-1-1 0 0 0,1 1 0 0 0,-2 0 0 0 0,-6 2-89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50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 88 0 0,'32'12'3158'0'0,"62"-13"-661"0"0,136-19 1 0 0,-211 17-2569 0 0,-5-1-176 0 0,0 2 0 0 0,0 0-1 0 0,0 1 1 0 0,1 0 0 0 0,-1 1 0 0 0,0 1 0 0 0,0 0 0 0 0,22 5 0 0 0,-35-6 169 0 0,0 0 1 0 0,-1 0-1 0 0,1 1 1 0 0,-1-1-1 0 0,1 0 1 0 0,-1 0-1 0 0,1 0 1 0 0,0 1-1 0 0,-1-1 1 0 0,1 0-1 0 0,-1 1 1 0 0,1-1-1 0 0,-1 0 1 0 0,1 1-1 0 0,-1-1 1 0 0,0 1-1 0 0,1-1 1 0 0,-1 1-1 0 0,1-1 1 0 0,-1 1-1 0 0,0-1 1 0 0,1 1-1 0 0,-1-1 1 0 0,0 1-1 0 0,0-1 1 0 0,0 1-1 0 0,1 0 1 0 0,-1-1 0 0 0,0 1-1 0 0,0-1 1 0 0,0 1-1 0 0,0 0 1 0 0,0-1-1 0 0,0 1 1 0 0,0 0-1 0 0,0-1 1 0 0,0 1-1 0 0,0-1 1 0 0,0 1-1 0 0,-1 0 1 0 0,1-1-1 0 0,0 1 1 0 0,0-1-1 0 0,-1 1 1 0 0,1-1-1 0 0,0 1 1 0 0,-1-1-1 0 0,1 1 1 0 0,0-1-1 0 0,-1 1 1 0 0,1-1-1 0 0,-1 1 1 0 0,1-1-1 0 0,-1 1 1 0 0,-29 23-1214 0 0,27-21 1139 0 0,-6 2-29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50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 36 0 0,'-3'1'249'0'0,"-1"0"1"0"0,1 0-1 0 0,1 1 1 0 0,-1 0-1 0 0,0-1 1 0 0,0 1-1 0 0,1 0 1 0 0,-1 0-1 0 0,1 1 1 0 0,-1-1-1 0 0,1 0 0 0 0,0 1 1 0 0,-3 3 750 0 0,142 2 3512 0 0,-36-16-3817 0 0,-65 4-1054 0 0,0 1 0 0 0,1 1-1 0 0,-1 3 1 0 0,60 7-1 0 0,-93-8 172 0 0,-1 1-1 0 0,1 0 0 0 0,-1-1 0 0 0,1 1 0 0 0,-1 0 1 0 0,0 0-1 0 0,1 0 0 0 0,-1 0 0 0 0,0 1 0 0 0,3 2 1 0 0,-4-4 69 0 0,0 1 0 0 0,-1-1 0 0 0,1 1 0 0 0,-1 0 0 0 0,1-1 0 0 0,-1 1 0 0 0,1 0 0 0 0,-1 0 1 0 0,0 0-1 0 0,1-1 0 0 0,-1 1 0 0 0,0 0 0 0 0,0 0 0 0 0,1 0 0 0 0,-1-1 0 0 0,0 1 0 0 0,0 0 0 0 0,0 0 1 0 0,0 0-1 0 0,0 0 0 0 0,0 1 0 0 0,-2 1-49 0 0,1 0 0 0 0,0 0 0 0 0,-1 0 0 0 0,1-1 0 0 0,-1 1 0 0 0,0 0 0 0 0,0-1 0 0 0,0 1 0 0 0,0-1 0 0 0,0 0 0 0 0,-1 0 0 0 0,1 0 0 0 0,-1 0 0 0 0,1 0 0 0 0,-5 2 0 0 0,-2 1-21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50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84 0 0,'-1'0'107'0'0,"-1"0"0"0"0,0 0 0 0 0,1 1 0 0 0,-1-1 0 0 0,1 0 0 0 0,-1 1 0 0 0,1-1 0 0 0,-1 1 0 0 0,1 0 0 0 0,-1 0 0 0 0,1-1 0 0 0,-1 1 0 0 0,1 0 0 0 0,0 0 0 0 0,-1 0 0 0 0,1 1 0 0 0,0-1 0 0 0,0 0 0 0 0,0 0 0 0 0,0 1 0 0 0,-1 1 0 0 0,2-1-6 0 0,0-1 1 0 0,1 0 0 0 0,-1 0 0 0 0,1 0 0 0 0,-1 0-1 0 0,1 0 1 0 0,-1 0 0 0 0,1 0 0 0 0,0-1-1 0 0,0 1 1 0 0,-1 0 0 0 0,1 0 0 0 0,0 0-1 0 0,0-1 1 0 0,0 1 0 0 0,0 0 0 0 0,0-1 0 0 0,0 1-1 0 0,0-1 1 0 0,0 1 0 0 0,0-1 0 0 0,0 0-1 0 0,0 1 1 0 0,0-1 0 0 0,1 0 0 0 0,-1 0-1 0 0,0 0 1 0 0,0 0 0 0 0,0 0 0 0 0,2 0 0 0 0,37 5 595 0 0,1-2 1 0 0,-1-2-1 0 0,64-6 1 0 0,-61 1-1551 0 0,0 3 1 0 0,82 7-1 0 0,-125-6 741 0 0,1 0 1 0 0,-1 0-1 0 0,1 0 0 0 0,-1 0 1 0 0,1 0-1 0 0,-1 0 0 0 0,1 0 0 0 0,-1 0 1 0 0,1 0-1 0 0,-1 0 0 0 0,1 0 0 0 0,-1 1 1 0 0,1-1-1 0 0,-1 0 0 0 0,1 0 0 0 0,-1 1 1 0 0,1-1-1 0 0,-1 0 0 0 0,1 1 1 0 0,-1-1-1 0 0,0 0 0 0 0,1 1 0 0 0,-1-1 1 0 0,0 1-1 0 0,1-1 0 0 0,-1 1 0 0 0,-8 9-1420 0 0,-25 6 558 0 0,31-16 884 0 0,-8 5-82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50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1 160 0 0,'-1'0'73'0'0,"1"0"0"0"0,0 0 0 0 0,-1 0 0 0 0,1 0 0 0 0,0 0 0 0 0,-1 0 0 0 0,1 0-1 0 0,0 0 1 0 0,-1 0 0 0 0,1 1 0 0 0,0-1 0 0 0,-1 0 0 0 0,1 0 0 0 0,0 0 0 0 0,0 0 0 0 0,-1 1 0 0 0,1-1 0 0 0,0 0 0 0 0,-1 0 0 0 0,1 1 0 0 0,0-1 0 0 0,0 0 0 0 0,0 0-1 0 0,-1 1 1 0 0,1-1 0 0 0,0 0 0 0 0,0 1 0 0 0,0-1 0 0 0,0 0 0 0 0,0 1 0 0 0,0-1 0 0 0,-1 0 0 0 0,1 1 0 0 0,0-1 0 0 0,0 0 0 0 0,0 1 0 0 0,0-1 0 0 0,0 0-1 0 0,0 1 1 0 0,0-1 0 0 0,0 0 0 0 0,1 1 0 0 0,-1-1 0 0 0,0 0 0 0 0,0 1 0 0 0,0-1 0 0 0,0 0 0 0 0,0 0 0 0 0,0 1 0 0 0,1-1 0 0 0,-1 0 0 0 0,0 1 0 0 0,0-1 0 0 0,0 0-1 0 0,1 0 1 0 0,-1 1 0 0 0,0-1 0 0 0,0 0 0 0 0,1 1 0 0 0,31 13 1675 0 0,46 4-279 0 0,-38-14-869 0 0,1-1 0 0 0,67-4-1 0 0,-61-1-2280 0 0,67 6 0 0 0,-113-4 1552 0 0,0 0 0 0 0,0 0 0 0 0,0 0-1 0 0,1 0 1 0 0,-1 0 0 0 0,0 0 0 0 0,0 1 0 0 0,0-1 0 0 0,0 0 0 0 0,0 1 0 0 0,0-1 0 0 0,0 1-1 0 0,0-1 1 0 0,0 1 0 0 0,0-1 0 0 0,0 1 0 0 0,0 0 0 0 0,0 0 0 0 0,-1-1 0 0 0,1 1 0 0 0,0 0 0 0 0,0 0-1 0 0,-1 0 1 0 0,1 0 0 0 0,0 1 0 0 0,-1 0 20 0 0,0-1 0 0 0,0 0-1 0 0,0 0 1 0 0,0 1 0 0 0,0-1 0 0 0,-1 0 0 0 0,1 0-1 0 0,0 1 1 0 0,-1-1 0 0 0,1 0 0 0 0,-1 0 0 0 0,1 0-1 0 0,-1 1 1 0 0,0-1 0 0 0,0 0 0 0 0,1 0 0 0 0,-1 0-1 0 0,0 0 1 0 0,0 0 0 0 0,0-1 0 0 0,0 1 0 0 0,-1 1-1 0 0,-5 3-87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51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0 748 0 0,'0'0'-45'0'0,"36"5"3981"0"0,-32-4-3798 0 0,178 25 3188 0 0,-156-24-4282 0 0,-1-2 0 0 0,0 0 0 0 0,1-2 0 0 0,-1-1 0 0 0,31-7 0 0 0,-18 4-1031 0 0,-33 6 1759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52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1 278 20 0 0,'6'-9'297'0'0,"1"0"-1"0"0,0 0 1 0 0,1 1-1 0 0,0-1 1 0 0,0 2-1 0 0,1-1 1 0 0,0 1-1 0 0,0 0 1 0 0,0 1-1 0 0,19-9 1 0 0,13-4 328 0 0,53-19 1 0 0,-93 38-613 0 0,43-16 207 0 0,0 2 0 0 0,1 3 1 0 0,1 1-1 0 0,0 2 0 0 0,0 2 0 0 0,1 3 1 0 0,0 1-1 0 0,-1 2 0 0 0,1 3 0 0 0,-1 1 1 0 0,0 3-1 0 0,0 1 0 0 0,62 20 0 0 0,-89-21-211 0 0,-5-4 50 0 0,-1 2 0 0 0,-1-1 0 0 0,1 2 0 0 0,-1-1-1 0 0,1 2 1 0 0,-2 0 0 0 0,15 10 618 0 0,-64-38-121 0 0,25 13-574 0 0,-1-1 1 0 0,1-1-1 0 0,1 0 0 0 0,0 0 1 0 0,0-1-1 0 0,1-1 0 0 0,0 0 1 0 0,1 0-1 0 0,1-1 0 0 0,-16-27 1 0 0,28 45 439 0 0,0 0-383 0 0,-1-1 0 0 0,0 1 1 0 0,1 0-1 0 0,-1 1 0 0 0,-1-1 0 0 0,1 0 1 0 0,-1 0-1 0 0,0 1 0 0 0,0-1 1 0 0,-1 1-1 0 0,1-1 0 0 0,-1 1 1 0 0,0-1-1 0 0,-1 6 0 0 0,-12 25 74 0 0,10-29-103 0 0,0 1-1 0 0,0-1 1 0 0,1 0 0 0 0,0 1 0 0 0,-2 12 0 0 0,4-20-41 0 0,153-14-1531 0 0,-153 14 1111 0 0,17 2-7426 0 0,-12-1 7654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53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44 144 0 0,'16'-3'491'0'0,"-1"2"1"0"0,1 0-1 0 0,0 1 1 0 0,21 2-1 0 0,-19-1-354 0 0,-1 0 1 0 0,0-1-1 0 0,25-4 0 0 0,121-34-2386 0 0,-159 38 1605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53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20 0 0,'0'0'909'0'0,"38"6"1896"0"0,-8-2-2580 0 0,1-2 1 0 0,0-1 0 0 0,-1-1 0 0 0,54-7-1 0 0,-56 3-620 0 0,-1 1 0 0 0,0 2 0 0 0,1 1 0 0 0,-1 1-1 0 0,0 1 1 0 0,39 8 0 0 0,-63-9 310 0 0,-1-1-1 0 0,0 1 1 0 0,1-1-1 0 0,-1 1 1 0 0,0 0-1 0 0,0 0 0 0 0,0 0 1 0 0,0 1-1 0 0,0-1 1 0 0,0 0-1 0 0,0 1 1 0 0,0-1-1 0 0,0 1 1 0 0,-1 0-1 0 0,1 0 1 0 0,0-1-1 0 0,-1 1 1 0 0,0 0-1 0 0,1 0 1 0 0,1 4-1 0 0,-2 2-102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53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 0 0,'5'4'250'0'0,"1"-1"-1"0"0,0 1 1 0 0,0-1-1 0 0,0 0 1 0 0,1 0 0 0 0,-1-1-1 0 0,1 1 1 0 0,-1-2-1 0 0,1 1 1 0 0,0-1 0 0 0,-1 0-1 0 0,1 0 1 0 0,0-1 0 0 0,7 0-1 0 0,20-1-416 0 0,53-8 0 0 0,-48 4 137 0 0,-34 4-8 0 0,52-2-983 0 0,-55 2 932 0 0,0 1 0 0 0,0 0 0 0 0,0 0 0 0 0,0 0 0 0 0,0 0 0 0 0,0 1 0 0 0,0-1-1 0 0,0 0 1 0 0,0 1 0 0 0,0 0 0 0 0,0-1 0 0 0,0 1 0 0 0,0 0 0 0 0,0 0 0 0 0,0 0 0 0 0,-1 0 0 0 0,1 0-1 0 0,0 0 1 0 0,-1 1 0 0 0,1-1 0 0 0,-1 1 0 0 0,2 1 0 0 0,-2-2-91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54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60 0 0,'243'11'2912'0'0,"-227"-10"-2938"0"0,49 5-929 0 0,-62-5 857 0 0,0 0 0 0 0,0-1 0 0 0,0 1 0 0 0,0 1-1 0 0,0-1 1 0 0,0 0 0 0 0,0 1 0 0 0,0-1-1 0 0,-1 1 1 0 0,1 0 0 0 0,-1 0 0 0 0,1 0-1 0 0,-1 0 1 0 0,0 0 0 0 0,0 1 0 0 0,0-1 0 0 0,2 4-1 0 0,0 0-72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54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0 164 0 0,'79'4'1517'0'0,"86"14"-1"0"0,-104-9-1983 0 0,-28-2-293 0 0,-32-7 703 0 0,0 0 0 0 0,0 1 0 0 0,0-1 0 0 0,0 0 0 0 0,0 1 0 0 0,0-1 0 0 0,0 0 0 0 0,0 1 0 0 0,0-1 0 0 0,0 1 0 0 0,0 0 0 0 0,0-1 0 0 0,-1 1 0 0 0,1 0 0 0 0,0-1 0 0 0,0 1 0 0 0,-1 0 0 0 0,1 0 0 0 0,-1 0 0 0 0,1-1 0 0 0,0 1 0 0 0,-1 0 0 0 0,0 0 0 0 0,1 0 0 0 0,-1 0 0 0 0,1 0 0 0 0,-1 0 0 0 0,0 0 0 0 0,0 2 0 0 0,-1 3-111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54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52 0 0,'183'29'3198'0'0,"-73"-13"-3150"0"0,-106-15-174 0 0,1 0 0 0 0,-1 0 0 0 0,0 0 0 0 0,0 0 0 0 0,0 1 0 0 0,-1-1-1 0 0,8 5 1 0 0,-10-5 76 0 0,-1-1 0 0 0,1 0 0 0 0,-1 1-1 0 0,1-1 1 0 0,-1 1 0 0 0,0-1 0 0 0,1 0-1 0 0,-1 1 1 0 0,0-1 0 0 0,1 1 0 0 0,-1-1-1 0 0,0 1 1 0 0,1 0 0 0 0,-1-1-1 0 0,0 1 1 0 0,0-1 0 0 0,0 1 0 0 0,1-1-1 0 0,-1 1 1 0 0,0 0 0 0 0,0-1 0 0 0,0 1-1 0 0,0 0 1 0 0,-1 0-1 0 0,1 0 0 0 0,-1 1 0 0 0,1-1 0 0 0,-1 0 0 0 0,1 0 0 0 0,-1 0 0 0 0,0 0 0 0 0,0-1 0 0 0,0 1 0 0 0,1 0 0 0 0,-1 0 0 0 0,0 0 0 0 0,0-1-1 0 0,0 1 1 0 0,0 0 0 0 0,-2 0 0 0 0,-3 2-108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54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72 0 0,'27'24'1868'0'0,"144"57"-3590"0"0,-162-77 1576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55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96 0 0,'0'0'347'0'0,"38"17"1732"0"0,-24-16-2407 0 0,0 2 0 0 0,0 0-1 0 0,0 0 1 0 0,-1 1 0 0 0,1 1-1 0 0,15 7 1 0 0,-24-8 172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55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1 152 0 0,'14'10'3460'0'0,"14"9"-4804"0"0,-26-19 1223 0 0,-1 1 1 0 0,0-1-1 0 0,1 1 1 0 0,-1-1-1 0 0,1 0 1 0 0,-1 1-1 0 0,0-1 1 0 0,1 0-1 0 0,-1 0 1 0 0,1 0-1 0 0,-1 0 1 0 0,1 0-1 0 0,-1 0 1 0 0,0-1 0 0 0,3 0-1 0 0,1 0-67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55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 0 0,'54'24'50'0'0,"0"-4"-1"0"0,1-1 1 0 0,58 10 0 0 0,-102-26-177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56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44 0 0,'7'5'116'0'0,"2"3"4"0"0,2-2 8 0 0,-1 1 8 0 0,1-1 0 0 0,3 2 8 0 0,-1-2-24 0 0,1 1-44 0 0,0 1-52 0 0,2 0-56 0 0,0-2-40 0 0,0 2-24 0 0,2-1-24 0 0,-2 1-8 0 0,0-2-4 0 0,2 0 4 0 0,-2 2 8 0 0,0-3 4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56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 28 0 0,'-5'3'172'0'0,"1"0"-1"0"0,0 1 1 0 0,-1-1 0 0 0,1 1-1 0 0,0 0 1 0 0,0 0 0 0 0,1 1-1 0 0,0-1 1 0 0,-4 6 0 0 0,6-9-165 0 0,1 1 1 0 0,-1-1 0 0 0,1 0-1 0 0,0 0 1 0 0,-1 1 0 0 0,1-1-1 0 0,0 0 1 0 0,0 1 0 0 0,0-1-1 0 0,0 0 1 0 0,0 0 0 0 0,0 1 0 0 0,0-1-1 0 0,0 0 1 0 0,0 1 0 0 0,1-1-1 0 0,-1 0 1 0 0,0 0 0 0 0,1 1-1 0 0,-1-1 1 0 0,1 0 0 0 0,0 0-1 0 0,-1 0 1 0 0,1 0 0 0 0,0 0-1 0 0,0 0 1 0 0,-1 0 0 0 0,1 0-1 0 0,0 0 1 0 0,0 0 0 0 0,0 0-1 0 0,0 0 1 0 0,0-1 0 0 0,1 1-1 0 0,-1 0 1 0 0,0-1 0 0 0,0 1-1 0 0,0-1 1 0 0,1 1 0 0 0,-1-1-1 0 0,0 0 1 0 0,2 1 0 0 0,104 48-1869 0 0,-101-45 1723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42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15 52 0 0,'-8'-14'8402'0'0,"16"37"1008"0"0,-4-1-11337 0 0,-3 8 2478 0 0,2 1 0 0 0,10 40 1 0 0,2 27-93 0 0,-15-91-460 0 0,13 126 831 0 0,-10 237 1 0 0,-23-34 270 0 0,12-204-620 0 0,-9 110 645 0 0,16-221-1107 0 0,1-15-59 0 0,0-1 1 0 0,0 1 0 0 0,-1 0-1 0 0,1-1 1 0 0,-1 1-1 0 0,0 0 1 0 0,-1-1 0 0 0,1 1-1 0 0,-1-1 1 0 0,-5 10-1 0 0,19-27-12447 0 0,0-3 6403 0 0,26-38 4170 0 0,-30 43 789 0 0,0-4 872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43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2 116 0 0,'-14'-2'10714'0'0,"27"17"-8238"0"0,31 17-1837 0 0,336 176 5483 0 0,-147-82-2357 0 0,-86-30-1803 0 0,-74-45-1097 0 0,-18-14-527 0 0,50 45 0 0 0,-105-82-839 0 0,-1 0 0 0 0,0 0 0 0 0,1-1 0 0 0,-1 1 0 0 0,0 0-1 0 0,1 0 1 0 0,-1 0 0 0 0,0 0 0 0 0,1 0 0 0 0,-1 0 0 0 0,0 0 0 0 0,1 0 0 0 0,-1 0-1 0 0,0 0 1 0 0,1 1 0 0 0,-1-1 0 0 0,0 0 0 0 0,1 0 0 0 0,-1 1 0 0 0,1-1-1 0 0,-1 0 1 0 0,1 1 0 0 0,-1-1 0 0 0,0 0 0 0 0,1 1 0 0 0,-1-1 0 0 0,1 1 0 0 0,0-1-1 0 0,-2 2 1 0 0,-23 26-7622 0 0,-18 39 4332 0 0,34-48 3504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44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18 587 132 0 0,'-1'1'161'0'0,"0"-1"1"0"0,1 0-1 0 0,-1 0 1 0 0,1 0-1 0 0,-1 0 0 0 0,1 1 1 0 0,-1-1-1 0 0,0 0 1 0 0,1 0-1 0 0,-1 0 1 0 0,1 0-1 0 0,-1-1 0 0 0,0 1 1 0 0,1 0-1 0 0,-1 0 1 0 0,1 0-1 0 0,-1 0 0 0 0,1 0 1 0 0,-1-1-1 0 0,1 1 1 0 0,-1 0-1 0 0,1-1 1 0 0,-1 1-1 0 0,1 0 0 0 0,-1-1 1 0 0,1 1-1 0 0,-1 0 1 0 0,1-1-1 0 0,0 1 0 0 0,-1-1 1 0 0,15-18 4251 0 0,-8 13-4971 0 0,6-5 1323 0 0,0 0 0 0 0,0 1 1 0 0,1 0-1 0 0,19-10 0 0 0,12-3 709 0 0,56-21 1 0 0,12-6-203 0 0,80-56 2054 0 0,68-34 2437 0 0,-228 127-5386 0 0,-23 9-330 0 0,0 1-1 0 0,0-1 1 0 0,0 0-1 0 0,-1-1 1 0 0,11-7-1 0 0,-14-23-17917 0 0,-4 23 13799 0 0,0-24-283 0 0,1 31 4054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45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95 136 0 0,'10'-64'2660'0'0,"-6"34"3880"0"0,-3 42-1175 0 0,-1 37-3983 0 0,5 192 3505 0 0,7-108-1558 0 0,4 93-93 0 0,-16-225-3263 0 0,-5-27-24323 0 0,10-9 21759 0 0,-3 25 2236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46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0 586 160 0 0,'10'-5'6429'0'0,"26"-14"-3996"0"0,78-40-227 0 0,452-215 7329 0 0,-260 146-6394 0 0,-107 32-3155 0 0,-188 91 219 0 0,-33 27-21183 0 0,14-14 21237 0 0,-34 41-3328 0 0,34-39 2850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46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7 160 0 0,'-44'-6'2845'0'0,"27"6"6366"0"0,39 18-7963 0 0,419 151 7979 0 0,-102-42-4625 0 0,-285-104-4504 0 0,-1 2 1 0 0,-2 2-1 0 0,67 48 1 0 0,-114-71 545 0 0,4 0-8052 0 0,-3-17-8167 0 0,-1 1 16481 0 0,3-4-2372 0 0,-1-2 1 0 0,-1 1 0 0 0,4-19-1 0 0,-7 22 1222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7:47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50 156 0 0,'-5'-36'1369'0'0,"5"22"9458"0"0,15 110-7403 0 0,-4 0 0 0 0,-1 137-1 0 0,-7-130-1870 0 0,2 157 1093 0 0,-37 331-1 0 0,28-460-3159 0 0,4-102 532 0 0,-2-18-2075 0 0,1-11 1787 0 0,1 0 0 0 0,0 1 0 0 0,-1-1 0 0 0,1 0 0 0 0,0 0 0 0 0,-1 0-1 0 0,1 0 1 0 0,0 0 0 0 0,-1 0 0 0 0,1 1 0 0 0,0-1 0 0 0,-1 0 0 0 0,1 0-1 0 0,0 0 1 0 0,-1 0 0 0 0,1 0 0 0 0,0 0 0 0 0,-1-1 0 0 0,1 1-1 0 0,0 0 1 0 0,-1 0 0 0 0,1 0 0 0 0,0 0 0 0 0,-1 0 0 0 0,1 0 0 0 0,0-1-1 0 0,-1 1 1 0 0,1 0 0 0 0,0 0 0 0 0,-1 0 0 0 0,1-1 0 0 0,-26-24-15987 0 0,12 11 14531 0 0,10 11 1467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18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0 492 128 0 0,'42'-73'2534'0'0,"-32"53"-2682"0"0,2-1 0 0 0,0 2 1 0 0,1 0-1 0 0,15-18 1 0 0,31-19-1764 0 0,-42 42 2356 0 0,-2 0 1 0 0,0-1-1 0 0,-1-1 0 0 0,0 0 1 0 0,-2 0-1 0 0,19-32 0 0 0,-20 26-630 0 0,-5 8-334 0 0,0 1-1 0 0,2 0 1 0 0,-1 1-1 0 0,12-14 1 0 0,-12 19 327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19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 68 0 0,'5'-4'304'0'0,"0"0"1"0"0,0-1-1 0 0,-1 0 0 0 0,0 1 0 0 0,0-2 1 0 0,0 1-1 0 0,6-10 0 0 0,-7 9-628 0 0,1 0 0 0 0,0 1 0 0 0,0-1 0 0 0,0 1 0 0 0,1 0-1 0 0,7-7 1 0 0,-5 9 131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19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72 0 0,'7'-1'200'0'0,"-2"-1"12"0"0,1 1 8 0 0,-3 1 0 0 0,2 0-12 0 0,-1 0 92 0 0,1-2-224 0 0,1 0-132 0 0,-3 2-80 0 0,4 0-88 0 0,-1-1-28 0 0,-1-1 4 0 0,2 2 16 0 0,0 0 32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42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87 156 0 0,'-6'-16'6362'0'0,"4"-24"206"0"0,3 36-6384 0 0,-2 0 3065 0 0,1-2-5143 0 0,2-5-11464 0 0,0 6 12382 0 0,-2 4 741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44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50 144 172 0 0,'16'-18'13533'0'0,"-13"28"-13227"0"0,-1-1 0 0 0,1 1 0 0 0,-2 0 0 0 0,1 0 0 0 0,-1 0 0 0 0,-1 0 0 0 0,0 0 1 0 0,0 0-1 0 0,-3 14 0 0 0,1 12 75 0 0,-21 269 2160 0 0,17-256-2399 0 0,6-42-146 0 0,-4 17-114 0 0,3-47 24 0 0,9-158-219 0 0,24-88 172 0 0,-25 218 917 0 0,-2-3 254 0 0,-4 35 257 0 0,-2 30 2273 0 0,-24 229-3946 0 0,9 123 1784 0 0,16-363-1421 0 0,5-31-221 0 0,10-172-573 0 0,14-113 624 0 0,-48 802 1663 0 0,20-481-1342 0 0,0-9-64 0 0,4-24-78 0 0,4-43-232 0 0,-3-38-430 0 0,15-215 950 0 0,-19 303-51 0 0,-1 25-237 0 0,-3 42-366 0 0,1-14 128 0 0,1 12-105 0 0,-12 300 988 0 0,5-440-674 0 0,-6-112-699 0 0,16 41 1961 0 0,-3 166-1168 0 0,-1 39-427 0 0,-1 263-656 0 0,5-142 2089 0 0,-3-159-873 0 0,0-39-209 0 0,16-386-318 0 0,-13 401 551 0 0,-3 30-199 0 0,-3 43-292 0 0,1-25 118 0 0,-19 373 856 0 0,23-528-663 0 0,5 0-1 0 0,29-151 1 0 0,-95 708 1037 0 0,45-311 63 0 0,26-415-2100 0 0,-8 239 1157 0 0,-1 14 287 0 0,13-77 0 0 0,-20 141-531 0 0,-47 256-1105 0 0,12 40 542 0 0,41-301-4836 0 0,19-31-16062 0 0,-21 18 21225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48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23 132 56 0 0,'1'-33'2983'0'0,"0"-7"-437"0"0,-2 33-1016 0 0,-1 17 487 0 0,-6 197-214 0 0,7-173 829 0 0,-5-81-1974 0 0,2-1-1 0 0,2 1 0 0 0,2-1 0 0 0,8-64 1 0 0,-14 189 2276 0 0,11 66-3683 0 0,-3-96 990 0 0,5 106 492 0 0,10-229-1226 0 0,-9-6-39 0 0,-7 60 458 0 0,0 0-1 0 0,10-39 1 0 0,-13 66 133 0 0,-2 9-253 0 0,0 1 1 0 0,1-1-1 0 0,0 1 0 0 0,1-1 0 0 0,0 28 1 0 0,2-41-105 0 0,0-1 0 0 0,0 1 0 0 0,0-1 1 0 0,0 1-1 0 0,0-1 0 0 0,0 0 1 0 0,0 1-1 0 0,0-1 0 0 0,0 1 1 0 0,0-1-1 0 0,0 1 0 0 0,0-1 0 0 0,0 0 1 0 0,0 1-1 0 0,1-1 0 0 0,-1 1 1 0 0,0-1-1 0 0,0 1 0 0 0,0-1 0 0 0,1 0 1 0 0,-1 1-1 0 0,0-1 0 0 0,0 0 1 0 0,1 1-1 0 0,-1-1 0 0 0,0 0 0 0 0,1 1 1 0 0,-1-1-1 0 0,0 0 0 0 0,1 0 1 0 0,-1 1-1 0 0,1-1 0 0 0,-1 0 0 0 0,0 0 1 0 0,1 0-1 0 0,9-14-4192 0 0,2-28 2482 0 0,-11 28 1666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49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38 188 60 0 0,'-6'-159'7166'0'0,"6"131"-4648"0"0,-3 47 6185 0 0,-10 53-7684 0 0,4 169 1625 0 0,2-125-396 0 0,11 160 0 0 0,1-254-2371 0 0,-5-22 121 0 0,0 0 0 0 0,0 0 0 0 0,0 0 0 0 0,1 0 0 0 0,-1 1 0 0 0,0-1 0 0 0,0 0 0 0 0,0 0 0 0 0,0 0 0 0 0,1 0 0 0 0,-1 0 0 0 0,0 0 0 0 0,0 0 0 0 0,0 0 0 0 0,0 0-1 0 0,0 0 1 0 0,1 0 0 0 0,-1 0 0 0 0,0 0 0 0 0,0 0 0 0 0,0 0 0 0 0,0 0 0 0 0,1 0 0 0 0,-1 0 0 0 0,0 0 0 0 0,0 0 0 0 0,0 0 0 0 0,0 0 0 0 0,1-1 0 0 0,-1 1 0 0 0,0 0 0 0 0,0 0 0 0 0,0 0 0 0 0,0 0 0 0 0,0 0 0 0 0,0 0 0 0 0,0 0 0 0 0,1-1 0 0 0,-1 1 0 0 0,0 0 0 0 0,0 0 0 0 0,0 0 0 0 0,0 0 0 0 0,0 0 0 0 0,0-1 0 0 0,0 1 0 0 0,0 0 0 0 0,0 0 0 0 0,0 0 0 0 0,0 0 0 0 0,0-1 0 0 0,0 1 0 0 0,0 0 0 0 0,14-41-3 0 0,-10 25 159 0 0,3-5-37 0 0,23-66 196 0 0,-28 81-317 0 0,1 0-1 0 0,0 1 1 0 0,0 0-1 0 0,0-1 1 0 0,0 1-1 0 0,1 1 1 0 0,0-1-1 0 0,0 0 1 0 0,0 1-1 0 0,1 0 1 0 0,8-7-1 0 0,-11 10-5 0 0,0 0-1 0 0,-1 0 0 0 0,1 0 1 0 0,0 0-1 0 0,0 1 0 0 0,-1-1 1 0 0,1 0-1 0 0,0 1 1 0 0,0 0-1 0 0,0-1 0 0 0,0 1 1 0 0,0 0-1 0 0,0 0 1 0 0,-1 0-1 0 0,1 0 0 0 0,0 0 1 0 0,0 1-1 0 0,0-1 1 0 0,0 1-1 0 0,0-1 0 0 0,0 1 1 0 0,-1-1-1 0 0,1 1 1 0 0,2 1-1 0 0,-1 1-11 0 0,0-1 1 0 0,0 1 0 0 0,0 0-1 0 0,-1-1 1 0 0,1 1-1 0 0,-1 0 1 0 0,0 1 0 0 0,0-1-1 0 0,0 0 1 0 0,0 1-1 0 0,2 5 1 0 0,0 2-54 0 0,-1 0 1 0 0,1 1-1 0 0,-2 0 0 0 0,0 0 1 0 0,0 0-1 0 0,0 23 0 0 0,-15 57-1033 0 0,4-53-7649 0 0,3-13-4851 0 0,6-19 11758 0 0,0-6 1479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49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2 220 0 0,'0'0'113'0'0,"-1"1"0"0"0,1-1 0 0 0,0 1 1 0 0,0-1-1 0 0,0 0 0 0 0,0 1 0 0 0,0-1 0 0 0,0 0 0 0 0,0 1 0 0 0,0-1 1 0 0,0 0-1 0 0,0 1 0 0 0,0-1 0 0 0,0 0 0 0 0,0 1 0 0 0,0-1 0 0 0,1 1 0 0 0,-1-1 1 0 0,0 0-1 0 0,0 1 0 0 0,0-1 0 0 0,0 0 0 0 0,1 0 0 0 0,-1 1 0 0 0,0-1 1 0 0,0 0-1 0 0,1 1 0 0 0,-1-1 0 0 0,0 0 0 0 0,0 0 0 0 0,1 1 0 0 0,-1-1 1 0 0,0 0-1 0 0,1 0 0 0 0,-1 0 0 0 0,0 0 0 0 0,1 0 0 0 0,-1 1 0 0 0,0-1 1 0 0,1 0-1 0 0,-1 0 0 0 0,0 0 0 0 0,1 0 0 0 0,0 0 0 0 0,4-5-360 0 0,-2-3-4188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57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92 0 0,'0'0'733'0'0,"-7"5"2520"0"0,-18 17-7070 0 0,25-22 3628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17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65 132 0 0,'-1'1'-2157'0'0,"-5"14"20403"0"0,6-13-15528 0 0,6 0-2465 0 0,0-1 1 0 0,0 0-1 0 0,0 0 0 0 0,0 0 1 0 0,0-1-1 0 0,0 0 0 0 0,1 0 1 0 0,10-2-1 0 0,6 0 316 0 0,156-12 2333 0 0,-1 0 695 0 0,-183 12-3429 0 0,0 1 0 0 0,1 1 1 0 0,-1-1-1 0 0,0 1 0 0 0,0 0 0 0 0,0 0 1 0 0,-5 0-1 0 0,6 0-88 0 0,-181 7-578 0 0,74-2 471 0 0,37-4 754 0 0,192 0-1580 0 0,233-9 2178 0 0,-398 7-565 0 0,-105 5-1510 0 0,68 1 452 0 0,-144 15 1116 0 0,402-45-1710 0 0,110-2 1726 0 0,-282 26-831 0 0,33 0 239 0 0,-57 10-43 0 0,-20 0-304 0 0,1-3 0 0 0,-1-1 0 0 0,-54-1 0 0 0,44-2-26 0 0,-68 10-1 0 0,171-17-123 0 0,47 1 25 0 0,24-1 548 0 0,38-6 704 0 0,-159 11-926 0 0,-43 10-131 0 0,-20 0-239 0 0,0-3 0 0 0,0-3 0 0 0,-74-4 0 0 0,70-1 513 0 0,110-5-220 0 0,86-8-272 0 0,116 8 1782 0 0,-336 11-2108 0 0,-95-8 1 0 0,47 0 767 0 0,137 3-89 0 0,46-5-327 0 0,296-6 1160 0 0,-333 12-906 0 0,-10 2-51 0 0,-19 6-118 0 0,-33 6-141 0 0,10-11-77 0 0,-1-1 0 0 0,-67-5 0 0 0,22 0 318 0 0,89 2 50 0 0,42-7-1293 0 0,32 1 1451 0 0,111 6 0 0 0,-78 1 540 0 0,-49 7-378 0 0,-117-4-340 0 0,-24-1-694 0 0,57-3-341 0 0,-22 0-1113 0 0,28-4-1679 0 0,6-5-3343 0 0,15 9 6813 0 0,-1-1-1 0 0,1 1 0 0 0,0-1 0 0 0,-1 0 0 0 0,1 1 0 0 0,0-1 1 0 0,0 1-1 0 0,-1-1 0 0 0,1 0 0 0 0,0 1 0 0 0,0-1 0 0 0,0 1 0 0 0,0-1 1 0 0,0 0-1 0 0,0 1 0 0 0,0-1 0 0 0,0 0 0 0 0,0 1 0 0 0,0-1 1 0 0,0 0-1 0 0,0 1 0 0 0,1-1 0 0 0,-1 1 0 0 0,0-1 0 0 0,1 0 1 0 0,13-17-3239 0 0,20-6 1842 0 0,-23 20 1448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18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1 206 96 0 0,'1'-9'23'0'0,"0"0"0"0"0,1 1 1 0 0,1-1-1 0 0,-1 1 0 0 0,1-1 0 0 0,1 1 0 0 0,8-15 0 0 0,13-37 429 0 0,-18 6-1024 0 0,-5 46 451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8:59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0 56 0 0,'-8'0'981'0'0,"1"0"-1"0"0,0 0 1 0 0,0 1-1 0 0,0 0 1 0 0,-1 0 0 0 0,1 1-1 0 0,0 0 1 0 0,0 0 0 0 0,-9 5-1 0 0,15-7-574 0 0,16 6 3930 0 0,28 0-5004 0 0,-34-5 1060 0 0,32 3 13 0 0,60-3 1 0 0,-58-1 1059 0 0,-85 9 539 0 0,-24-1-1973 0 0,-112-1 0 0 0,178-7 3 0 0,15 6-359 0 0,1 0 225 0 0,-1-1 0 0 0,1-1 0 0 0,0 0 0 0 0,0-1 0 0 0,18 1 0 0 0,99 1 942 0 0,-137-5-626 0 0,-280-13 347 0 0,338 21-15984 0 0,3 3 11925 0 0,-45-8 3181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9:13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2822 168 120 0 0,'-10'-4'7121'0'0,"-7"0"-3845"0"0,-51-2-4204 0 0,44 4 1664 0 0,-28-1-1000 0 0,1 1 1 0 0,0 3 0 0 0,0 2-1 0 0,-1 3 1 0 0,2 1-1 0 0,-1 3 1 0 0,1 2-1 0 0,1 2 1 0 0,0 2-1 0 0,-48 24 1 0 0,88-36 226 0 0,1 0 1 0 0,-1 1-1 0 0,1 0 1 0 0,0 0-1 0 0,0 1 1 0 0,1 0 0 0 0,0 0-1 0 0,0 1 1 0 0,0 0-1 0 0,1 0 1 0 0,-7 11-1 0 0,11-14 8 0 0,0 0 0 0 0,0 0 0 0 0,0 0-1 0 0,1 0 1 0 0,-1 0 0 0 0,1 1 0 0 0,1-1 0 0 0,-1 0-1 0 0,0 1 1 0 0,1-1 0 0 0,0 1 0 0 0,0-1 0 0 0,0 1-1 0 0,1-1 1 0 0,-1 0 0 0 0,1 1 0 0 0,0-1-1 0 0,0 0 1 0 0,1 1 0 0 0,-1-1 0 0 0,1 0 0 0 0,0 0-1 0 0,0 0 1 0 0,1 0 0 0 0,-1-1 0 0 0,4 5 0 0 0,1 2-42 0 0,1-1 0 0 0,0 1 1 0 0,1-1-1 0 0,0-1 1 0 0,1 0-1 0 0,18 13 1 0 0,-126-21 216 0 0,30-3-135 0 0,-1 4 1 0 0,1 3-1 0 0,-1 2 0 0 0,-127 31 0 0 0,157-27-60 0 0,1 2 0 0 0,1 1 0 0 0,0 2 0 0 0,0 1-1 0 0,2 2 1 0 0,0 2 0 0 0,1 1 0 0 0,1 2 0 0 0,-55 50 0 0 0,75-61 59 0 0,2 1-1 0 0,0 0 1 0 0,1 1 0 0 0,0 0 0 0 0,1 0-1 0 0,0 1 1 0 0,1 1 0 0 0,1-1 0 0 0,0 1-1 0 0,2 0 1 0 0,0 1 0 0 0,0-1 0 0 0,2 1-1 0 0,-3 24 1 0 0,5-16-57 0 0,1 0 1 0 0,1 0-1 0 0,1 0 0 0 0,1 0 0 0 0,1 0 1 0 0,1-1-1 0 0,2 0 0 0 0,0 0 0 0 0,15 31 0 0 0,-7-24-111 0 0,2-1-1 0 0,1-1 0 0 0,37 46 0 0 0,-29-40 68 0 0,-26-35 93 0 0,1 1 1 0 0,0-1-1 0 0,0 1 1 0 0,0 0-1 0 0,-1 0 0 0 0,1-1 1 0 0,0 1-1 0 0,-1 0 1 0 0,1 0-1 0 0,-1 0 1 0 0,1 0-1 0 0,-1 0 1 0 0,1 0-1 0 0,-1 0 1 0 0,0-1-1 0 0,1 1 0 0 0,-1 1 1 0 0,0-1-1 0 0,0 0 1 0 0,0 0-1 0 0,0 0 1 0 0,0 0-1 0 0,0 0 1 0 0,0 0-1 0 0,0 0 1 0 0,0 0-1 0 0,0 0 0 0 0,0 0 1 0 0,-1 0-1 0 0,1 0 1 0 0,0 0-1 0 0,-1 0 1 0 0,1 0-1 0 0,-1 0 1 0 0,1-1-1 0 0,-1 1 0 0 0,0 0 1 0 0,0 1-1 0 0,-3 0 28 0 0,0-1 0 0 0,0 1-1 0 0,0-1 1 0 0,0 1 0 0 0,0-1-1 0 0,0 0 1 0 0,-8 0 0 0 0,-2 1 0 0 0,-129 19 406 0 0,-57 11-112 0 0,173-25-316 0 0,0 1 0 0 0,0 1-1 0 0,1 1 1 0 0,0 1 0 0 0,-31 20-1 0 0,36-17-42 0 0,0 1 0 0 0,1 1 0 0 0,1 1-1 0 0,0 1 1 0 0,2 0 0 0 0,0 2 0 0 0,1 0 0 0 0,1 0-1 0 0,1 2 1 0 0,1 0 0 0 0,0 0 0 0 0,2 1 0 0 0,1 0-1 0 0,1 1 1 0 0,-7 28 0 0 0,1 8-85 0 0,3 0 1 0 0,2 1-1 0 0,3 0 1 0 0,3 1-1 0 0,4 71 0 0 0,9-16 226 0 0,30 156 0 0 0,1-4-224 0 0,-38-260 122 0 0,-1-1-1 0 0,-1 1 0 0 0,0 0 1 0 0,0-1-1 0 0,0 1 0 0 0,-1-1 0 0 0,-1 1 1 0 0,1-1-1 0 0,-1 1 0 0 0,-1-1 1 0 0,1 0-1 0 0,-2 0 0 0 0,1 0 0 0 0,-1 0 1 0 0,0-1-1 0 0,0 1 0 0 0,-1-1 1 0 0,0 0-1 0 0,-1-1 0 0 0,1 1 0 0 0,-1-1 1 0 0,0 0-1 0 0,-1 0 0 0 0,1-1 1 0 0,-1 0-1 0 0,-1 0 0 0 0,-14 7 0 0 0,-10 7 104 0 0,0 2-1 0 0,1 1 1 0 0,-29 26 0 0 0,50-38-70 0 0,0 0 1 0 0,1 1-1 0 0,0 0 1 0 0,1 0-1 0 0,0 1 1 0 0,1-1-1 0 0,0 2 1 0 0,1-1-1 0 0,0 1 1 0 0,1 0 0 0 0,-5 22-1 0 0,4-6-10 0 0,1 0 0 0 0,1 1 0 0 0,2-1 0 0 0,1 1 0 0 0,1 0 0 0 0,1-1 0 0 0,2 1 0 0 0,11 47 0 0 0,-4-38-7 0 0,2 0-1 0 0,2-1 0 0 0,1-1 0 0 0,2 0 0 0 0,38 59 0 0 0,-10-32 106 0 0,3-2-1 0 0,2-3 0 0 0,3-1 1 0 0,2-3-1 0 0,3-3 1 0 0,72 52-1 0 0,-78-65-183 0 0,2-3 0 0 0,1-2 0 0 0,2-2 0 0 0,1-2 0 0 0,110 37 1 0 0,-140-58 61 0 0,1-1 0 0 0,0-2 0 0 0,0 0-1 0 0,1-2 1 0 0,-1-2 0 0 0,1 0 0 0 0,0-2 0 0 0,-1-2 0 0 0,1 0 0 0 0,-1-2 0 0 0,1-1 0 0 0,-1-1 0 0 0,-1-2 0 0 0,53-21 0 0 0,-67 22 38 0 0,47-20 175 0 0,75-24-1 0 0,-114 45-215 0 0,0 1 0 0 0,1 0 0 0 0,-1 2-1 0 0,1 1 1 0 0,-1 0 0 0 0,1 2 0 0 0,30 3-1 0 0,163 30-414 0 0,91 10 382 0 0,-271-41 101 0 0,1-1 0 0 0,0-2 0 0 0,-1-2 1 0 0,0-1-1 0 0,1-1 0 0 0,46-15 1 0 0,-68 15-46 0 0,-1 0 1 0 0,1-1 0 0 0,-1-1 0 0 0,-1 0 0 0 0,1-1 0 0 0,-1-1-1 0 0,-1 0 1 0 0,0 0 0 0 0,0-2 0 0 0,-1 1 0 0 0,0-1 0 0 0,0-1-1 0 0,-2 0 1 0 0,1 0 0 0 0,-2-1 0 0 0,1 0 0 0 0,-2-1 0 0 0,0 0-1 0 0,0 0 1 0 0,7-25 0 0 0,-3-3-77 0 0,-2 1-1 0 0,-1-2 0 0 0,-3 1 1 0 0,-1-1-1 0 0,-2 0 1 0 0,-4-53-1 0 0,1 84 11 0 0,0 1 1 0 0,1-1-1 0 0,1 0 1 0 0,0 1 0 0 0,1-1-1 0 0,5-18 1 0 0,-6 27 37 0 0,0 0 0 0 0,0 0-1 0 0,1 0 1 0 0,-1 0 0 0 0,1 1 0 0 0,0-1 0 0 0,0 1 0 0 0,0-1 0 0 0,0 1 0 0 0,0 0 0 0 0,1-1 0 0 0,-1 1 0 0 0,1 0 0 0 0,-1 1 0 0 0,1-1 0 0 0,0 0 0 0 0,0 1 0 0 0,-1-1 0 0 0,1 1 0 0 0,0 0 0 0 0,0 0 0 0 0,1 0 0 0 0,-1 1 0 0 0,0-1 0 0 0,0 1 0 0 0,0 0 0 0 0,0-1 0 0 0,6 2 0 0 0,23 1 117 0 0,-1 2 0 0 0,1 1 0 0 0,-1 1 0 0 0,36 13 0 0 0,60 12 420 0 0,-62-21-263 0 0,1-3-1 0 0,91-1 0 0 0,-136-6-289 0 0,1-1 0 0 0,0-1 1 0 0,-1-2-1 0 0,0 0 0 0 0,1-1 0 0 0,-1 0 0 0 0,-1-2 0 0 0,1-1 0 0 0,-1 0 0 0 0,-1-2 0 0 0,23-14 0 0 0,-31 16 13 0 0,-1-1 0 0 0,1 0 0 0 0,-1-1 0 0 0,-1 0 0 0 0,0 0 1 0 0,-1-1-1 0 0,14-22 0 0 0,-4-1 102 0 0,20-53-1 0 0,-15 30-14 0 0,-22 53-70 0 0,1 1 0 0 0,0-1 0 0 0,0 0-1 0 0,0 1 1 0 0,0-1 0 0 0,0 1 0 0 0,1 0 0 0 0,0 0 0 0 0,-1 0-1 0 0,1 0 1 0 0,0 0 0 0 0,1 0 0 0 0,-1 1 0 0 0,0 0-1 0 0,1-1 1 0 0,-1 1 0 0 0,1 1 0 0 0,0-1 0 0 0,0 0 0 0 0,-1 1-1 0 0,6-1 1 0 0,0 1 14 0 0,1 0-1 0 0,-1 0 1 0 0,0 2-1 0 0,1-1 0 0 0,-1 1 1 0 0,0 0-1 0 0,0 1 1 0 0,13 3-1 0 0,151 46 249 0 0,106 24-340 0 0,-246-69-14 0 0,1-2 0 0 0,-1 0 1 0 0,0-3-1 0 0,1 0 1 0 0,-1-2-1 0 0,50-9 0 0 0,-73 9 98 0 0,-1-1-1 0 0,0-1 0 0 0,0 1 1 0 0,0-1-1 0 0,-1-1 0 0 0,1 0 1 0 0,-1 0-1 0 0,0-1 0 0 0,0 0 1 0 0,0 0-1 0 0,-1-1 0 0 0,0 0 1 0 0,10-10-1 0 0,-12 10-32 0 0,-1 1 1 0 0,0-1 0 0 0,-1 0-1 0 0,1 0 1 0 0,-1 0-1 0 0,-1-1 1 0 0,1 1-1 0 0,-1-1 1 0 0,0 0 0 0 0,0 1-1 0 0,-1-1 1 0 0,0 0-1 0 0,0 0 1 0 0,-1 0-1 0 0,0 0 1 0 0,0 0 0 0 0,-1 0-1 0 0,-1-11 1 0 0,-5-9-231 0 0,4 21 173 0 0,2 0-1 0 0,-1 0 1 0 0,0 0-1 0 0,1 0 0 0 0,0 0 1 0 0,1-1-1 0 0,-1 1 1 0 0,1 0-1 0 0,1-11 0 0 0,0 16 84 0 0,0 1 0 0 0,0-1 0 0 0,-1 1 0 0 0,1-1-1 0 0,0 1 1 0 0,0 0 0 0 0,0-1 0 0 0,0 1-1 0 0,0 0 1 0 0,0-1 0 0 0,0 1 0 0 0,0 0 0 0 0,0 0-1 0 0,-1 0 1 0 0,1 0 0 0 0,0 0 0 0 0,0 0 0 0 0,0 0-1 0 0,0 0 1 0 0,0 0 0 0 0,0 1 0 0 0,0-1 0 0 0,0 0-1 0 0,0 1 1 0 0,0-1 0 0 0,0 0 0 0 0,-1 1 0 0 0,2 0-1 0 0,32 14 229 0 0,-30-13-198 0 0,299 127 1078 0 0,-239-108-1189 0 0,0-2-1 0 0,129 18 0 0 0,-166-34 52 0 0,1-2-1 0 0,-1 0 1 0 0,1-2-1 0 0,0-1 1 0 0,-1-1-1 0 0,0-1 1 0 0,1-2 0 0 0,46-15-1 0 0,-59 15 5 0 0,-1 0 0 0 0,0-1 0 0 0,0 0 0 0 0,0-1 0 0 0,-1 0 0 0 0,0-1 0 0 0,-1-1 0 0 0,0 0 0 0 0,0-1 0 0 0,-1 0 0 0 0,0-1 0 0 0,-1 0 0 0 0,-1 0 0 0 0,0-1-1 0 0,0 0 1 0 0,11-27 0 0 0,-15 27-83 0 0,1 1 0 0 0,0 0-1 0 0,0 0 1 0 0,1 0-1 0 0,12-14 1 0 0,-16 22 101 0 0,1 1 0 0 0,-1-1 0 0 0,1 1 1 0 0,0 0-1 0 0,0 1 0 0 0,0-1 0 0 0,0 1 0 0 0,1-1 0 0 0,-1 1 1 0 0,1 0-1 0 0,-1 1 0 0 0,1-1 0 0 0,0 1 0 0 0,-1 0 0 0 0,1 0 1 0 0,0 1-1 0 0,0-1 0 0 0,7 1 0 0 0,62 4 100 0 0,103 17-1 0 0,32 3-488 0 0,-179-23 395 0 0,0-1 1 0 0,0-1-1 0 0,0-2 1 0 0,0-1-1 0 0,30-9 1 0 0,-29 4 27 0 0,-1-1 0 0 0,-1-2 1 0 0,0-1-1 0 0,0-1 1 0 0,-1-2-1 0 0,-1 0 0 0 0,-1-2 1 0 0,0-1-1 0 0,30-30 1 0 0,-31 29 91 0 0,0 0 0 0 0,2 2 0 0 0,0 1 0 0 0,1 2 1 0 0,0 0-1 0 0,35-12 0 0 0,182-59 460 0 0,-213 76-474 0 0,0-2 0 0 0,-1-2 0 0 0,-1-1 0 0 0,0-1 0 0 0,-1-1 0 0 0,-1-2 0 0 0,0 0 0 0 0,31-31 0 0 0,-2-7 130 0 0,-3-2-1 0 0,-3-3 1 0 0,78-122-1 0 0,-118 164-269 0 0,-2 0-1 0 0,0 0 1 0 0,-1-1-1 0 0,-1 0 1 0 0,-1-1-1 0 0,-1 0 1 0 0,-1 0-1 0 0,-1 0 1 0 0,0 0-1 0 0,-2 0 0 0 0,-1 0 1 0 0,-1-1-1 0 0,-5-34 1 0 0,1 28 29 0 0,-2 1-1 0 0,0-1 1 0 0,-2 1 0 0 0,-1 1-1 0 0,-2 0 1 0 0,0 0 0 0 0,-2 1-1 0 0,-1 1 1 0 0,-33-43 0 0 0,-7 2-261 0 0,-4 3 1 0 0,-2 3 0 0 0,-96-75 0 0 0,52 58 388 0 0,-180-101 0 0 0,228 149 215 0 0,-2 2 0 0 0,0 2 1 0 0,-2 3-1 0 0,-98-22 0 0 0,59 25-185 0 0,-1 4 0 0 0,-119-2-1 0 0,-329-26-313 0 0,163 10-892 0 0,331 29 1086 0 0,1 3 0 0 0,-1 2 1 0 0,1 2-1 0 0,0 3 1 0 0,0 2-1 0 0,0 2 1 0 0,-77 27-1 0 0,127-36-66 0 0,1 1-1 0 0,0-1 1 0 0,-1 0 0 0 0,1 0-1 0 0,-1 0 1 0 0,0-1 0 0 0,1 1-1 0 0,-1-1 1 0 0,1 0 0 0 0,-1 0-1 0 0,0 0 1 0 0,-6-1 0 0 0,7 0 11 0 0,1-1 1 0 0,0 0 0 0 0,0 1-1 0 0,0-1 1 0 0,0 0 0 0 0,0 0 0 0 0,0 0-1 0 0,0 0 1 0 0,1 0 0 0 0,-1-1-1 0 0,1 1 1 0 0,-1 0 0 0 0,1-1-1 0 0,0 1 1 0 0,0-1 0 0 0,0 1 0 0 0,-1-5-1 0 0,-55-173-384 0 0,-5-13-232 0 0,44 146 487 0 0,-2 1 0 0 0,-3 1 0 0 0,-28-44 0 0 0,33 63 15 0 0,-1 0 0 0 0,-1 2 0 0 0,-1 0 0 0 0,-2 2 0 0 0,-48-40 0 0 0,26 31 125 0 0,-1 3 0 0 0,-1 1 0 0 0,-1 2 0 0 0,-2 3 0 0 0,-77-25 0 0 0,4 12-1 0 0,-151-23-1 0 0,157 38 163 0 0,-1 5-1 0 0,-1 6 1 0 0,-165 7-1 0 0,224 6-445 0 0,0 2-1 0 0,0 3 1 0 0,1 3-1 0 0,1 2 0 0 0,0 3 1 0 0,1 2-1 0 0,0 3 0 0 0,-84 46 1 0 0,-57 63-2326 0 0,-13 7-384 0 0,186-125 2760 0 0,0-2 30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9:16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1 124 0 0,'-2'0'125'0'0,"-46"13"1986"0"0,46-12-1726 0 0,0 0 0 0 0,0 0 0 0 0,0 0 0 0 0,0 0 0 0 0,0 1 0 0 0,1-1 0 0 0,-1 0 0 0 0,0 1 0 0 0,1-1 0 0 0,-1 1 0 0 0,1 0 0 0 0,-3 3 1408 0 0,71 12-177 0 0,94-2 476 0 0,319-10 1 0 0,-321-9-1226 0 0,1189-51 6655 0 0,-1313 52-7641 0 0,-11 1-257 0 0,1 0 0 0 0,-1 1-1 0 0,1 2 1 0 0,-1 0-1 0 0,44 9 1 0 0,-78-1-7915 0 0,-10-2 4509 0 0,-47 9-1839 0 0,-36 1 3432 0 0,76-13 1789 0 0,-5 1 153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9:17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49 20 0 0,'-176'31'1343'0'0,"148"-24"121"0"0,0 2 0 0 0,-29 13 0 0 0,56-22-1118 0 0,72 0 1584 0 0,464-13 5141 0 0,216-79-2506 0 0,-746 91-4648 0 0,61-10-3399 0 0,-60 11 2293 0 0,0-1-1 0 0,0 1 0 0 0,0 0 1 0 0,0 1-1 0 0,0-1 1 0 0,-1 1-1 0 0,1 0 0 0 0,11 4 1 0 0,-17-5 1078 0 0,1 1 1 0 0,0-1-1 0 0,-1 0 0 0 0,1 1 1 0 0,-1-1-1 0 0,1 1 1 0 0,-1-1-1 0 0,1 1 0 0 0,-1-1 1 0 0,0 1-1 0 0,1 0 1 0 0,-1-1-1 0 0,0 1 0 0 0,1-1 1 0 0,-1 1-1 0 0,0 0 1 0 0,0-1-1 0 0,1 1 0 0 0,-1 0 1 0 0,0-1-1 0 0,0 1 1 0 0,0 0-1 0 0,0 0 0 0 0,0-1 1 0 0,0 1-1 0 0,0 0 1 0 0,0-1-1 0 0,0 1 0 0 0,0 0 1 0 0,-1-1-1 0 0,1 1 1 0 0,0 0-1 0 0,0-1 0 0 0,-1 1 1 0 0,1 0-1 0 0,0-1 1 0 0,-1 1-1 0 0,1-1 0 0 0,0 1 1 0 0,-1-1-1 0 0,1 1 1 0 0,-1-1-1 0 0,0 2 0 0 0,-6 4-230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9:45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7 748 0 0,'-7'3'414'0'0,"-6"10"656"0"0,9-1 2378 0 0,12-8 1193 0 0,316-19 370 0 0,-171 5-3743 0 0,-4-4-787 0 0,-149 14-508 0 0,-26 24-15689 0 0,10-1 14773 0 0,10-15 720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9:46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80 0 0,'6'0'3234'0'0,"18"4"157"0"0,-3 2-2749 0 0,0-1 0 0 0,0-1 0 0 0,1 0 0 0 0,-1-2 0 0 0,1-1 0 0 0,-1 0 0 0 0,42-5 0 0 0,-3-4-18 0 0,92-24 1 0 0,-133 26-2105 0 0,-28 5-4949 0 0,-16 5 181 0 0,10-1 7514 0 0,9 0-1441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9:47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3835 144 0 0,'-38'37'1907'0'0,"35"-30"-132"0"0,26-23-901 0 0,83-69 1343 0 0,514-383 2772 0 0,-392 307-3585 0 0,335-306 1 0 0,209-193-181 0 0,-679 584-1193 0 0,1027-831 471 0 0,-510 430-373 0 0,37 53 1008 0 0,-623 410-1169 0 0,208-109-1368 0 0,-238 137-8225 0 0,-12 0 6307 0 0,-26 9 1668 0 0,32-17 942 0 0,-21 10 80 0 0,13-6 387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9:48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 0 0,'22'9'578'0'0,"1"1"-1"0"0,-1 1 1 0 0,-1 1 0 0 0,33 23 0 0 0,-2-1 501 0 0,852 553 2805 0 0,-542-345-2901 0 0,1089 772 3797 0 0,343 314-4102 0 0,-1595-1179-986 0 0,-4-4 428 0 0,290 224 3077 0 0,-449-335-2522 0 0,-36-34-665 0 0,-2 0-1 0 0,2 0-19 0 0,-4-2-1219 0 0,0-1 38 0 0,1 0 0 0 0,-1 0 1 0 0,1 0-1 0 0,-1-1 0 0 0,1 1 1 0 0,0-1-1 0 0,1 0 0 0 0,-6-7 0 0 0,1 1 99 0 0,3 5 661 0 0,0-1-276 0 0,-2-1-1 0 0,1 1 1 0 0,-1 0-1 0 0,0 0 1 0 0,-12-9 0 0 0,16 14 514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9:52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88 0 0,'0'0'767'0'0,"23"24"2961"0"0,7-10-3131 0 0,1-1 0 0 0,0-1 0 0 0,1-2 0 0 0,0-1 0 0 0,53 7 0 0 0,-68-13-391 0 0,436 67 2369 0 0,13 2-951 0 0,-284-33-1468 0 0,221 32 190 0 0,-339-73-423 0 0,-19-2-6194 0 0,-59-4 2074 0 0,-2-2 3066 0 0,-10 1 256 0 0,11 4 570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9T23:49:52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17 12 0 0,'-40'-7'552'0'0,"-1"2"-1"0"0,-58 0 1 0 0,79 6 524 0 0,0 1 0 0 0,0 0 0 0 0,0 2 0 0 0,-20 5 0 0 0,78-3 2502 0 0,2 1-2936 0 0,405 8 2148 0 0,-1-34-2088 0 0,-9 1-5495 0 0,-391 17 2878 0 0,-1 3 0 0 0,53 7-1 0 0,-77-5 1429 0 0,-1 0 0 0 0,0 0 0 0 0,0 2 0 0 0,0 0 0 0 0,0 1 0 0 0,-1 1-1 0 0,27 17 1 0 0,-25-11 232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20569f7507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220569f7507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0569f7507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220569f7507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0569f7507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220569f7507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20569f7507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220569f7507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0569f7507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220569f7507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20569f7507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220569f7507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20569f7507_1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220569f7507_1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20569f7507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220569f7507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20569f7507_1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220569f7507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>
          <a:extLst>
            <a:ext uri="{FF2B5EF4-FFF2-40B4-BE49-F238E27FC236}">
              <a16:creationId xmlns:a16="http://schemas.microsoft.com/office/drawing/2014/main" id="{221A1879-2E44-5792-0D93-E96EE640D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20569f7507_1_129:notes">
            <a:extLst>
              <a:ext uri="{FF2B5EF4-FFF2-40B4-BE49-F238E27FC236}">
                <a16:creationId xmlns:a16="http://schemas.microsoft.com/office/drawing/2014/main" id="{F2A404AD-DD5B-70E3-471D-A5DBA47F22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220569f7507_1_129:notes">
            <a:extLst>
              <a:ext uri="{FF2B5EF4-FFF2-40B4-BE49-F238E27FC236}">
                <a16:creationId xmlns:a16="http://schemas.microsoft.com/office/drawing/2014/main" id="{676E64D4-E608-D8C8-0805-4CD7A6B219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50534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20569f7507_1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220569f7507_1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20569f7507_1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220569f7507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20569f7507_1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220569f7507_1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22D88B79-09AE-7890-1DEE-519042BD5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0569f7507_1_172:notes">
            <a:extLst>
              <a:ext uri="{FF2B5EF4-FFF2-40B4-BE49-F238E27FC236}">
                <a16:creationId xmlns:a16="http://schemas.microsoft.com/office/drawing/2014/main" id="{E1F92B08-F286-0DC9-0C1F-CD6EBD044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20569f7507_1_172:notes">
            <a:extLst>
              <a:ext uri="{FF2B5EF4-FFF2-40B4-BE49-F238E27FC236}">
                <a16:creationId xmlns:a16="http://schemas.microsoft.com/office/drawing/2014/main" id="{09051D2C-EB3A-4F4A-2199-DABA9E007A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89156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0569f7507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20569f7507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20569f7507_1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20569f7507_1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20569f7507_1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220569f7507_1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20569f7507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220569f7507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3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7058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4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5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4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6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8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8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8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9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4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0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50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50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5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1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1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1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2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52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5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1c03c1d1e6_1_13"/>
          <p:cNvSpPr txBox="1"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5" name="Google Shape;65;g21c03c1d1e6_1_13"/>
          <p:cNvSpPr txBox="1">
            <a:spLocks noGrp="1"/>
          </p:cNvSpPr>
          <p:nvPr>
            <p:ph type="body" idx="1"/>
          </p:nvPr>
        </p:nvSpPr>
        <p:spPr>
          <a:xfrm>
            <a:off x="856059" y="1687115"/>
            <a:ext cx="7429499" cy="265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1pPr>
            <a:lvl2pPr marL="914400" lvl="1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2pPr>
            <a:lvl3pPr marL="1371600" lvl="2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3pPr>
            <a:lvl4pPr marL="1828800" lvl="3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4pPr>
            <a:lvl5pPr marL="2286000" lvl="4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5pPr>
            <a:lvl6pPr marL="2743200" lvl="5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6pPr>
            <a:lvl7pPr marL="3200400" lvl="6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7pPr>
            <a:lvl8pPr marL="3657600" lvl="7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8pPr>
            <a:lvl9pPr marL="4114800" lvl="8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9pPr>
          </a:lstStyle>
          <a:p>
            <a:endParaRPr/>
          </a:p>
        </p:txBody>
      </p:sp>
      <p:sp>
        <p:nvSpPr>
          <p:cNvPr id="66" name="Google Shape;66;g21c03c1d1e6_1_13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g21c03c1d1e6_1_13"/>
          <p:cNvSpPr txBox="1">
            <a:spLocks noGrp="1"/>
          </p:cNvSpPr>
          <p:nvPr>
            <p:ph type="ftr" idx="11"/>
          </p:nvPr>
        </p:nvSpPr>
        <p:spPr>
          <a:xfrm>
            <a:off x="856058" y="4412456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g21c03c1d1e6_1_13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4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3.png"/><Relationship Id="rId21" Type="http://schemas.openxmlformats.org/officeDocument/2006/relationships/image" Target="../media/image25.png"/><Relationship Id="rId42" Type="http://schemas.openxmlformats.org/officeDocument/2006/relationships/customXml" Target="../ink/ink19.xml"/><Relationship Id="rId63" Type="http://schemas.openxmlformats.org/officeDocument/2006/relationships/image" Target="../media/image46.png"/><Relationship Id="rId84" Type="http://schemas.openxmlformats.org/officeDocument/2006/relationships/customXml" Target="../ink/ink40.xml"/><Relationship Id="rId138" Type="http://schemas.openxmlformats.org/officeDocument/2006/relationships/customXml" Target="../ink/ink67.xml"/><Relationship Id="rId159" Type="http://schemas.openxmlformats.org/officeDocument/2006/relationships/image" Target="../media/image94.png"/><Relationship Id="rId170" Type="http://schemas.openxmlformats.org/officeDocument/2006/relationships/customXml" Target="../ink/ink83.xml"/><Relationship Id="rId107" Type="http://schemas.openxmlformats.org/officeDocument/2006/relationships/image" Target="../media/image68.png"/><Relationship Id="rId11" Type="http://schemas.openxmlformats.org/officeDocument/2006/relationships/image" Target="../media/image20.png"/><Relationship Id="rId32" Type="http://schemas.openxmlformats.org/officeDocument/2006/relationships/customXml" Target="../ink/ink14.xml"/><Relationship Id="rId53" Type="http://schemas.openxmlformats.org/officeDocument/2006/relationships/image" Target="../media/image41.png"/><Relationship Id="rId74" Type="http://schemas.openxmlformats.org/officeDocument/2006/relationships/customXml" Target="../ink/ink35.xml"/><Relationship Id="rId128" Type="http://schemas.openxmlformats.org/officeDocument/2006/relationships/customXml" Target="../ink/ink62.xml"/><Relationship Id="rId149" Type="http://schemas.openxmlformats.org/officeDocument/2006/relationships/image" Target="../media/image89.png"/><Relationship Id="rId5" Type="http://schemas.openxmlformats.org/officeDocument/2006/relationships/image" Target="../media/image17.png"/><Relationship Id="rId95" Type="http://schemas.openxmlformats.org/officeDocument/2006/relationships/image" Target="../media/image62.png"/><Relationship Id="rId160" Type="http://schemas.openxmlformats.org/officeDocument/2006/relationships/customXml" Target="../ink/ink78.xml"/><Relationship Id="rId22" Type="http://schemas.openxmlformats.org/officeDocument/2006/relationships/customXml" Target="../ink/ink9.xml"/><Relationship Id="rId43" Type="http://schemas.openxmlformats.org/officeDocument/2006/relationships/image" Target="../media/image36.png"/><Relationship Id="rId64" Type="http://schemas.openxmlformats.org/officeDocument/2006/relationships/customXml" Target="../ink/ink30.xml"/><Relationship Id="rId118" Type="http://schemas.openxmlformats.org/officeDocument/2006/relationships/customXml" Target="../ink/ink57.xml"/><Relationship Id="rId139" Type="http://schemas.openxmlformats.org/officeDocument/2006/relationships/image" Target="../media/image84.png"/><Relationship Id="rId85" Type="http://schemas.openxmlformats.org/officeDocument/2006/relationships/image" Target="../media/image57.png"/><Relationship Id="rId150" Type="http://schemas.openxmlformats.org/officeDocument/2006/relationships/customXml" Target="../ink/ink73.xml"/><Relationship Id="rId171" Type="http://schemas.openxmlformats.org/officeDocument/2006/relationships/image" Target="../media/image100.png"/><Relationship Id="rId12" Type="http://schemas.openxmlformats.org/officeDocument/2006/relationships/customXml" Target="../ink/ink4.xml"/><Relationship Id="rId33" Type="http://schemas.openxmlformats.org/officeDocument/2006/relationships/image" Target="../media/image31.png"/><Relationship Id="rId108" Type="http://schemas.openxmlformats.org/officeDocument/2006/relationships/customXml" Target="../ink/ink52.xml"/><Relationship Id="rId129" Type="http://schemas.openxmlformats.org/officeDocument/2006/relationships/image" Target="../media/image79.png"/><Relationship Id="rId54" Type="http://schemas.openxmlformats.org/officeDocument/2006/relationships/customXml" Target="../ink/ink25.xml"/><Relationship Id="rId75" Type="http://schemas.openxmlformats.org/officeDocument/2006/relationships/image" Target="../media/image52.png"/><Relationship Id="rId96" Type="http://schemas.openxmlformats.org/officeDocument/2006/relationships/customXml" Target="../ink/ink46.xml"/><Relationship Id="rId140" Type="http://schemas.openxmlformats.org/officeDocument/2006/relationships/customXml" Target="../ink/ink68.xml"/><Relationship Id="rId161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.xml"/><Relationship Id="rId23" Type="http://schemas.openxmlformats.org/officeDocument/2006/relationships/image" Target="../media/image26.png"/><Relationship Id="rId28" Type="http://schemas.openxmlformats.org/officeDocument/2006/relationships/customXml" Target="../ink/ink12.xml"/><Relationship Id="rId49" Type="http://schemas.openxmlformats.org/officeDocument/2006/relationships/image" Target="../media/image39.png"/><Relationship Id="rId114" Type="http://schemas.openxmlformats.org/officeDocument/2006/relationships/customXml" Target="../ink/ink55.xml"/><Relationship Id="rId119" Type="http://schemas.openxmlformats.org/officeDocument/2006/relationships/image" Target="../media/image74.png"/><Relationship Id="rId44" Type="http://schemas.openxmlformats.org/officeDocument/2006/relationships/customXml" Target="../ink/ink20.xml"/><Relationship Id="rId60" Type="http://schemas.openxmlformats.org/officeDocument/2006/relationships/customXml" Target="../ink/ink28.xml"/><Relationship Id="rId65" Type="http://schemas.openxmlformats.org/officeDocument/2006/relationships/image" Target="../media/image47.png"/><Relationship Id="rId81" Type="http://schemas.openxmlformats.org/officeDocument/2006/relationships/image" Target="../media/image55.png"/><Relationship Id="rId86" Type="http://schemas.openxmlformats.org/officeDocument/2006/relationships/customXml" Target="../ink/ink41.xml"/><Relationship Id="rId130" Type="http://schemas.openxmlformats.org/officeDocument/2006/relationships/customXml" Target="../ink/ink63.xml"/><Relationship Id="rId135" Type="http://schemas.openxmlformats.org/officeDocument/2006/relationships/image" Target="../media/image82.png"/><Relationship Id="rId151" Type="http://schemas.openxmlformats.org/officeDocument/2006/relationships/image" Target="../media/image90.png"/><Relationship Id="rId156" Type="http://schemas.openxmlformats.org/officeDocument/2006/relationships/customXml" Target="../ink/ink76.xml"/><Relationship Id="rId172" Type="http://schemas.openxmlformats.org/officeDocument/2006/relationships/customXml" Target="../ink/ink84.xml"/><Relationship Id="rId13" Type="http://schemas.openxmlformats.org/officeDocument/2006/relationships/image" Target="../media/image21.png"/><Relationship Id="rId18" Type="http://schemas.openxmlformats.org/officeDocument/2006/relationships/customXml" Target="../ink/ink7.xml"/><Relationship Id="rId39" Type="http://schemas.openxmlformats.org/officeDocument/2006/relationships/image" Target="../media/image34.png"/><Relationship Id="rId109" Type="http://schemas.openxmlformats.org/officeDocument/2006/relationships/image" Target="../media/image69.png"/><Relationship Id="rId34" Type="http://schemas.openxmlformats.org/officeDocument/2006/relationships/customXml" Target="../ink/ink15.xml"/><Relationship Id="rId50" Type="http://schemas.openxmlformats.org/officeDocument/2006/relationships/customXml" Target="../ink/ink23.xml"/><Relationship Id="rId55" Type="http://schemas.openxmlformats.org/officeDocument/2006/relationships/image" Target="../media/image42.png"/><Relationship Id="rId76" Type="http://schemas.openxmlformats.org/officeDocument/2006/relationships/customXml" Target="../ink/ink36.xml"/><Relationship Id="rId97" Type="http://schemas.openxmlformats.org/officeDocument/2006/relationships/image" Target="../media/image63.png"/><Relationship Id="rId104" Type="http://schemas.openxmlformats.org/officeDocument/2006/relationships/customXml" Target="../ink/ink50.xml"/><Relationship Id="rId120" Type="http://schemas.openxmlformats.org/officeDocument/2006/relationships/customXml" Target="../ink/ink58.xml"/><Relationship Id="rId125" Type="http://schemas.openxmlformats.org/officeDocument/2006/relationships/image" Target="../media/image77.png"/><Relationship Id="rId141" Type="http://schemas.openxmlformats.org/officeDocument/2006/relationships/image" Target="../media/image85.png"/><Relationship Id="rId146" Type="http://schemas.openxmlformats.org/officeDocument/2006/relationships/customXml" Target="../ink/ink71.xml"/><Relationship Id="rId167" Type="http://schemas.openxmlformats.org/officeDocument/2006/relationships/image" Target="../media/image98.png"/><Relationship Id="rId7" Type="http://schemas.openxmlformats.org/officeDocument/2006/relationships/image" Target="../media/image18.png"/><Relationship Id="rId71" Type="http://schemas.openxmlformats.org/officeDocument/2006/relationships/image" Target="../media/image50.png"/><Relationship Id="rId92" Type="http://schemas.openxmlformats.org/officeDocument/2006/relationships/customXml" Target="../ink/ink44.xml"/><Relationship Id="rId162" Type="http://schemas.openxmlformats.org/officeDocument/2006/relationships/customXml" Target="../ink/ink79.xml"/><Relationship Id="rId2" Type="http://schemas.openxmlformats.org/officeDocument/2006/relationships/notesSlide" Target="../notesSlides/notesSlide19.xml"/><Relationship Id="rId29" Type="http://schemas.openxmlformats.org/officeDocument/2006/relationships/image" Target="../media/image29.png"/><Relationship Id="rId24" Type="http://schemas.openxmlformats.org/officeDocument/2006/relationships/customXml" Target="../ink/ink10.xml"/><Relationship Id="rId40" Type="http://schemas.openxmlformats.org/officeDocument/2006/relationships/customXml" Target="../ink/ink18.xml"/><Relationship Id="rId45" Type="http://schemas.openxmlformats.org/officeDocument/2006/relationships/image" Target="../media/image37.png"/><Relationship Id="rId66" Type="http://schemas.openxmlformats.org/officeDocument/2006/relationships/customXml" Target="../ink/ink31.xml"/><Relationship Id="rId87" Type="http://schemas.openxmlformats.org/officeDocument/2006/relationships/image" Target="../media/image58.png"/><Relationship Id="rId110" Type="http://schemas.openxmlformats.org/officeDocument/2006/relationships/customXml" Target="../ink/ink53.xml"/><Relationship Id="rId115" Type="http://schemas.openxmlformats.org/officeDocument/2006/relationships/image" Target="../media/image72.png"/><Relationship Id="rId131" Type="http://schemas.openxmlformats.org/officeDocument/2006/relationships/image" Target="../media/image80.png"/><Relationship Id="rId136" Type="http://schemas.openxmlformats.org/officeDocument/2006/relationships/customXml" Target="../ink/ink66.xml"/><Relationship Id="rId157" Type="http://schemas.openxmlformats.org/officeDocument/2006/relationships/image" Target="../media/image93.png"/><Relationship Id="rId61" Type="http://schemas.openxmlformats.org/officeDocument/2006/relationships/image" Target="../media/image45.png"/><Relationship Id="rId82" Type="http://schemas.openxmlformats.org/officeDocument/2006/relationships/customXml" Target="../ink/ink39.xml"/><Relationship Id="rId152" Type="http://schemas.openxmlformats.org/officeDocument/2006/relationships/customXml" Target="../ink/ink74.xml"/><Relationship Id="rId173" Type="http://schemas.openxmlformats.org/officeDocument/2006/relationships/image" Target="../media/image101.png"/><Relationship Id="rId19" Type="http://schemas.openxmlformats.org/officeDocument/2006/relationships/image" Target="../media/image24.png"/><Relationship Id="rId14" Type="http://schemas.openxmlformats.org/officeDocument/2006/relationships/customXml" Target="../ink/ink5.xml"/><Relationship Id="rId30" Type="http://schemas.openxmlformats.org/officeDocument/2006/relationships/customXml" Target="../ink/ink13.xml"/><Relationship Id="rId35" Type="http://schemas.openxmlformats.org/officeDocument/2006/relationships/image" Target="../media/image32.png"/><Relationship Id="rId56" Type="http://schemas.openxmlformats.org/officeDocument/2006/relationships/customXml" Target="../ink/ink26.xml"/><Relationship Id="rId77" Type="http://schemas.openxmlformats.org/officeDocument/2006/relationships/image" Target="../media/image53.png"/><Relationship Id="rId100" Type="http://schemas.openxmlformats.org/officeDocument/2006/relationships/customXml" Target="../ink/ink48.xml"/><Relationship Id="rId105" Type="http://schemas.openxmlformats.org/officeDocument/2006/relationships/image" Target="../media/image67.png"/><Relationship Id="rId126" Type="http://schemas.openxmlformats.org/officeDocument/2006/relationships/customXml" Target="../ink/ink61.xml"/><Relationship Id="rId147" Type="http://schemas.openxmlformats.org/officeDocument/2006/relationships/image" Target="../media/image88.png"/><Relationship Id="rId168" Type="http://schemas.openxmlformats.org/officeDocument/2006/relationships/customXml" Target="../ink/ink82.xml"/><Relationship Id="rId8" Type="http://schemas.openxmlformats.org/officeDocument/2006/relationships/customXml" Target="../ink/ink2.xml"/><Relationship Id="rId51" Type="http://schemas.openxmlformats.org/officeDocument/2006/relationships/image" Target="../media/image40.png"/><Relationship Id="rId72" Type="http://schemas.openxmlformats.org/officeDocument/2006/relationships/customXml" Target="../ink/ink34.xml"/><Relationship Id="rId93" Type="http://schemas.openxmlformats.org/officeDocument/2006/relationships/image" Target="../media/image61.png"/><Relationship Id="rId98" Type="http://schemas.openxmlformats.org/officeDocument/2006/relationships/customXml" Target="../ink/ink47.xml"/><Relationship Id="rId121" Type="http://schemas.openxmlformats.org/officeDocument/2006/relationships/image" Target="../media/image75.png"/><Relationship Id="rId142" Type="http://schemas.openxmlformats.org/officeDocument/2006/relationships/customXml" Target="../ink/ink69.xml"/><Relationship Id="rId163" Type="http://schemas.openxmlformats.org/officeDocument/2006/relationships/image" Target="../media/image96.png"/><Relationship Id="rId3" Type="http://schemas.openxmlformats.org/officeDocument/2006/relationships/image" Target="../media/image10.png"/><Relationship Id="rId25" Type="http://schemas.openxmlformats.org/officeDocument/2006/relationships/image" Target="../media/image27.png"/><Relationship Id="rId46" Type="http://schemas.openxmlformats.org/officeDocument/2006/relationships/customXml" Target="../ink/ink21.xml"/><Relationship Id="rId67" Type="http://schemas.openxmlformats.org/officeDocument/2006/relationships/image" Target="../media/image48.png"/><Relationship Id="rId116" Type="http://schemas.openxmlformats.org/officeDocument/2006/relationships/customXml" Target="../ink/ink56.xml"/><Relationship Id="rId137" Type="http://schemas.openxmlformats.org/officeDocument/2006/relationships/image" Target="../media/image83.png"/><Relationship Id="rId158" Type="http://schemas.openxmlformats.org/officeDocument/2006/relationships/customXml" Target="../ink/ink77.xml"/><Relationship Id="rId20" Type="http://schemas.openxmlformats.org/officeDocument/2006/relationships/customXml" Target="../ink/ink8.xml"/><Relationship Id="rId41" Type="http://schemas.openxmlformats.org/officeDocument/2006/relationships/image" Target="../media/image35.png"/><Relationship Id="rId62" Type="http://schemas.openxmlformats.org/officeDocument/2006/relationships/customXml" Target="../ink/ink29.xml"/><Relationship Id="rId83" Type="http://schemas.openxmlformats.org/officeDocument/2006/relationships/image" Target="../media/image56.png"/><Relationship Id="rId88" Type="http://schemas.openxmlformats.org/officeDocument/2006/relationships/customXml" Target="../ink/ink42.xml"/><Relationship Id="rId111" Type="http://schemas.openxmlformats.org/officeDocument/2006/relationships/image" Target="../media/image70.png"/><Relationship Id="rId132" Type="http://schemas.openxmlformats.org/officeDocument/2006/relationships/customXml" Target="../ink/ink64.xml"/><Relationship Id="rId153" Type="http://schemas.openxmlformats.org/officeDocument/2006/relationships/image" Target="../media/image91.png"/><Relationship Id="rId15" Type="http://schemas.openxmlformats.org/officeDocument/2006/relationships/image" Target="../media/image22.png"/><Relationship Id="rId36" Type="http://schemas.openxmlformats.org/officeDocument/2006/relationships/customXml" Target="../ink/ink16.xml"/><Relationship Id="rId57" Type="http://schemas.openxmlformats.org/officeDocument/2006/relationships/image" Target="../media/image43.png"/><Relationship Id="rId106" Type="http://schemas.openxmlformats.org/officeDocument/2006/relationships/customXml" Target="../ink/ink51.xml"/><Relationship Id="rId127" Type="http://schemas.openxmlformats.org/officeDocument/2006/relationships/image" Target="../media/image78.png"/><Relationship Id="rId10" Type="http://schemas.openxmlformats.org/officeDocument/2006/relationships/customXml" Target="../ink/ink3.xml"/><Relationship Id="rId31" Type="http://schemas.openxmlformats.org/officeDocument/2006/relationships/image" Target="../media/image30.png"/><Relationship Id="rId52" Type="http://schemas.openxmlformats.org/officeDocument/2006/relationships/customXml" Target="../ink/ink24.xml"/><Relationship Id="rId73" Type="http://schemas.openxmlformats.org/officeDocument/2006/relationships/image" Target="../media/image51.png"/><Relationship Id="rId78" Type="http://schemas.openxmlformats.org/officeDocument/2006/relationships/customXml" Target="../ink/ink37.xml"/><Relationship Id="rId94" Type="http://schemas.openxmlformats.org/officeDocument/2006/relationships/customXml" Target="../ink/ink45.xml"/><Relationship Id="rId99" Type="http://schemas.openxmlformats.org/officeDocument/2006/relationships/image" Target="../media/image64.png"/><Relationship Id="rId101" Type="http://schemas.openxmlformats.org/officeDocument/2006/relationships/image" Target="../media/image65.png"/><Relationship Id="rId122" Type="http://schemas.openxmlformats.org/officeDocument/2006/relationships/customXml" Target="../ink/ink59.xml"/><Relationship Id="rId143" Type="http://schemas.openxmlformats.org/officeDocument/2006/relationships/image" Target="../media/image86.png"/><Relationship Id="rId148" Type="http://schemas.openxmlformats.org/officeDocument/2006/relationships/customXml" Target="../ink/ink72.xml"/><Relationship Id="rId164" Type="http://schemas.openxmlformats.org/officeDocument/2006/relationships/customXml" Target="../ink/ink80.xml"/><Relationship Id="rId169" Type="http://schemas.openxmlformats.org/officeDocument/2006/relationships/image" Target="../media/image99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26" Type="http://schemas.openxmlformats.org/officeDocument/2006/relationships/customXml" Target="../ink/ink11.xml"/><Relationship Id="rId47" Type="http://schemas.openxmlformats.org/officeDocument/2006/relationships/image" Target="../media/image38.png"/><Relationship Id="rId68" Type="http://schemas.openxmlformats.org/officeDocument/2006/relationships/customXml" Target="../ink/ink32.xml"/><Relationship Id="rId89" Type="http://schemas.openxmlformats.org/officeDocument/2006/relationships/image" Target="../media/image59.png"/><Relationship Id="rId112" Type="http://schemas.openxmlformats.org/officeDocument/2006/relationships/customXml" Target="../ink/ink54.xml"/><Relationship Id="rId133" Type="http://schemas.openxmlformats.org/officeDocument/2006/relationships/image" Target="../media/image81.png"/><Relationship Id="rId154" Type="http://schemas.openxmlformats.org/officeDocument/2006/relationships/customXml" Target="../ink/ink75.xml"/><Relationship Id="rId16" Type="http://schemas.openxmlformats.org/officeDocument/2006/relationships/customXml" Target="../ink/ink6.xml"/><Relationship Id="rId37" Type="http://schemas.openxmlformats.org/officeDocument/2006/relationships/image" Target="../media/image33.png"/><Relationship Id="rId58" Type="http://schemas.openxmlformats.org/officeDocument/2006/relationships/customXml" Target="../ink/ink27.xml"/><Relationship Id="rId79" Type="http://schemas.openxmlformats.org/officeDocument/2006/relationships/image" Target="../media/image54.png"/><Relationship Id="rId102" Type="http://schemas.openxmlformats.org/officeDocument/2006/relationships/customXml" Target="../ink/ink49.xml"/><Relationship Id="rId123" Type="http://schemas.openxmlformats.org/officeDocument/2006/relationships/image" Target="../media/image76.png"/><Relationship Id="rId144" Type="http://schemas.openxmlformats.org/officeDocument/2006/relationships/customXml" Target="../ink/ink70.xml"/><Relationship Id="rId90" Type="http://schemas.openxmlformats.org/officeDocument/2006/relationships/customXml" Target="../ink/ink43.xml"/><Relationship Id="rId165" Type="http://schemas.openxmlformats.org/officeDocument/2006/relationships/image" Target="../media/image97.png"/><Relationship Id="rId27" Type="http://schemas.openxmlformats.org/officeDocument/2006/relationships/image" Target="../media/image28.png"/><Relationship Id="rId48" Type="http://schemas.openxmlformats.org/officeDocument/2006/relationships/customXml" Target="../ink/ink22.xml"/><Relationship Id="rId69" Type="http://schemas.openxmlformats.org/officeDocument/2006/relationships/image" Target="../media/image49.png"/><Relationship Id="rId113" Type="http://schemas.openxmlformats.org/officeDocument/2006/relationships/image" Target="../media/image71.png"/><Relationship Id="rId134" Type="http://schemas.openxmlformats.org/officeDocument/2006/relationships/customXml" Target="../ink/ink65.xml"/><Relationship Id="rId80" Type="http://schemas.openxmlformats.org/officeDocument/2006/relationships/customXml" Target="../ink/ink38.xml"/><Relationship Id="rId155" Type="http://schemas.openxmlformats.org/officeDocument/2006/relationships/image" Target="../media/image92.png"/><Relationship Id="rId17" Type="http://schemas.openxmlformats.org/officeDocument/2006/relationships/image" Target="../media/image23.png"/><Relationship Id="rId38" Type="http://schemas.openxmlformats.org/officeDocument/2006/relationships/customXml" Target="../ink/ink17.xml"/><Relationship Id="rId59" Type="http://schemas.openxmlformats.org/officeDocument/2006/relationships/image" Target="../media/image44.png"/><Relationship Id="rId103" Type="http://schemas.openxmlformats.org/officeDocument/2006/relationships/image" Target="../media/image66.png"/><Relationship Id="rId124" Type="http://schemas.openxmlformats.org/officeDocument/2006/relationships/customXml" Target="../ink/ink60.xml"/><Relationship Id="rId70" Type="http://schemas.openxmlformats.org/officeDocument/2006/relationships/customXml" Target="../ink/ink33.xml"/><Relationship Id="rId91" Type="http://schemas.openxmlformats.org/officeDocument/2006/relationships/image" Target="../media/image60.png"/><Relationship Id="rId145" Type="http://schemas.openxmlformats.org/officeDocument/2006/relationships/image" Target="../media/image87.png"/><Relationship Id="rId166" Type="http://schemas.openxmlformats.org/officeDocument/2006/relationships/customXml" Target="../ink/ink8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>
            <a:spLocks noGrp="1"/>
          </p:cNvSpPr>
          <p:nvPr>
            <p:ph type="ctrTitle"/>
          </p:nvPr>
        </p:nvSpPr>
        <p:spPr>
          <a:xfrm>
            <a:off x="1465500" y="372650"/>
            <a:ext cx="62130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Aprendizaje Profundo</a:t>
            </a:r>
            <a:endParaRPr/>
          </a:p>
        </p:txBody>
      </p:sp>
      <p:sp>
        <p:nvSpPr>
          <p:cNvPr id="74" name="Google Shape;74;p1"/>
          <p:cNvSpPr txBox="1">
            <a:spLocks noGrp="1"/>
          </p:cNvSpPr>
          <p:nvPr>
            <p:ph type="subTitle" idx="1"/>
          </p:nvPr>
        </p:nvSpPr>
        <p:spPr>
          <a:xfrm>
            <a:off x="460950" y="1379610"/>
            <a:ext cx="8222100" cy="1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900"/>
              <a:t>Facultad de Ingeniería</a:t>
            </a:r>
            <a:endParaRPr sz="29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900"/>
              <a:t>Universidad de Buenos Aires</a:t>
            </a:r>
            <a:endParaRPr sz="2900"/>
          </a:p>
        </p:txBody>
      </p:sp>
      <p:sp>
        <p:nvSpPr>
          <p:cNvPr id="75" name="Google Shape;75;p1"/>
          <p:cNvSpPr txBox="1">
            <a:spLocks noGrp="1"/>
          </p:cNvSpPr>
          <p:nvPr>
            <p:ph type="subTitle" idx="1"/>
          </p:nvPr>
        </p:nvSpPr>
        <p:spPr>
          <a:xfrm>
            <a:off x="198125" y="3661752"/>
            <a:ext cx="8222100" cy="1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600" dirty="0"/>
              <a:t>Profesores: </a:t>
            </a:r>
            <a:endParaRPr sz="2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/>
              <a:t>		</a:t>
            </a:r>
            <a:r>
              <a:rPr lang="pt-BR" sz="2600" dirty="0"/>
              <a:t>Marcos Maillot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/>
              <a:t>		Antonio Zarauz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/>
              <a:t>		Gerardo Vilcamiza</a:t>
            </a:r>
            <a:endParaRPr sz="2600" dirty="0"/>
          </a:p>
        </p:txBody>
      </p:sp>
      <p:pic>
        <p:nvPicPr>
          <p:cNvPr id="76" name="Google Shape;7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1900" y="2437800"/>
            <a:ext cx="1500200" cy="15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460950" y="303000"/>
            <a:ext cx="8222100" cy="9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2600"/>
              <a:buNone/>
            </a:pPr>
            <a:r>
              <a:rPr lang="en" sz="2100"/>
              <a:t>TRANSFER LEARNING</a:t>
            </a:r>
            <a:endParaRPr sz="2100"/>
          </a:p>
          <a:p>
            <a:pPr marL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2600"/>
              <a:buNone/>
            </a:pPr>
            <a:r>
              <a:rPr lang="en" sz="2100"/>
              <a:t>GENERATIVE ADVERSARIAL NETWORKS</a:t>
            </a:r>
            <a:endParaRPr sz="2100"/>
          </a:p>
        </p:txBody>
      </p:sp>
      <p:sp>
        <p:nvSpPr>
          <p:cNvPr id="82" name="Google Shape;82;p2"/>
          <p:cNvSpPr txBox="1">
            <a:spLocks noGrp="1"/>
          </p:cNvSpPr>
          <p:nvPr>
            <p:ph type="body" idx="1"/>
          </p:nvPr>
        </p:nvSpPr>
        <p:spPr>
          <a:xfrm>
            <a:off x="1381375" y="1986025"/>
            <a:ext cx="2421300" cy="30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Transfer learning</a:t>
            </a:r>
            <a:endParaRPr dirty="0">
              <a:solidFill>
                <a:schemeClr val="dk2"/>
              </a:solidFill>
            </a:endParaRPr>
          </a:p>
          <a:p>
            <a:pPr>
              <a:buClr>
                <a:schemeClr val="dk2"/>
              </a:buClr>
              <a:buFont typeface="Roboto"/>
              <a:buChar char="-"/>
            </a:pPr>
            <a:r>
              <a:rPr lang="en" dirty="0">
                <a:solidFill>
                  <a:schemeClr val="dk2"/>
                </a:solidFill>
              </a:rPr>
              <a:t>Ventajas</a:t>
            </a:r>
            <a:endParaRPr dirty="0">
              <a:solidFill>
                <a:schemeClr val="dk2"/>
              </a:solidFill>
            </a:endParaRPr>
          </a:p>
          <a:p>
            <a:pPr>
              <a:buClr>
                <a:schemeClr val="dk2"/>
              </a:buClr>
              <a:buFont typeface="Roboto"/>
              <a:buChar char="-"/>
            </a:pPr>
            <a:r>
              <a:rPr lang="en" dirty="0">
                <a:solidFill>
                  <a:schemeClr val="dk2"/>
                </a:solidFill>
              </a:rPr>
              <a:t>Estrategias</a:t>
            </a:r>
            <a:endParaRPr dirty="0">
              <a:solidFill>
                <a:schemeClr val="dk2"/>
              </a:solidFill>
            </a:endParaRPr>
          </a:p>
          <a:p>
            <a:pPr>
              <a:buClr>
                <a:schemeClr val="dk2"/>
              </a:buClr>
              <a:buFont typeface="Roboto"/>
              <a:buChar char="-"/>
            </a:pPr>
            <a:r>
              <a:rPr lang="en" dirty="0">
                <a:solidFill>
                  <a:schemeClr val="dk2"/>
                </a:solidFill>
              </a:rPr>
              <a:t>Ejemplo en colab</a:t>
            </a:r>
            <a:endParaRPr dirty="0">
              <a:solidFill>
                <a:schemeClr val="dk2"/>
              </a:solidFill>
            </a:endParaRPr>
          </a:p>
        </p:txBody>
      </p:sp>
      <p:pic>
        <p:nvPicPr>
          <p:cNvPr id="83" name="Google Shape;8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 txBox="1">
            <a:spLocks noGrp="1"/>
          </p:cNvSpPr>
          <p:nvPr>
            <p:ph type="body" idx="1"/>
          </p:nvPr>
        </p:nvSpPr>
        <p:spPr>
          <a:xfrm>
            <a:off x="4512875" y="1986025"/>
            <a:ext cx="3792300" cy="30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dk2"/>
                </a:solidFill>
              </a:rPr>
              <a:t>. Generative adversarial networks</a:t>
            </a:r>
            <a:endParaRPr dirty="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dirty="0">
                <a:solidFill>
                  <a:schemeClr val="dk2"/>
                </a:solidFill>
              </a:rPr>
              <a:t>Introducción</a:t>
            </a:r>
            <a:endParaRPr dirty="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dirty="0">
                <a:solidFill>
                  <a:schemeClr val="dk2"/>
                </a:solidFill>
              </a:rPr>
              <a:t>Usos</a:t>
            </a:r>
            <a:endParaRPr dirty="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dirty="0">
                <a:solidFill>
                  <a:schemeClr val="dk2"/>
                </a:solidFill>
              </a:rPr>
              <a:t>Ejemplo en colab</a:t>
            </a: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20569f7507_1_8"/>
          <p:cNvSpPr txBox="1"/>
          <p:nvPr/>
        </p:nvSpPr>
        <p:spPr>
          <a:xfrm>
            <a:off x="2842355" y="139148"/>
            <a:ext cx="3459290" cy="60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Transfer Learning</a:t>
            </a:r>
            <a:endParaRPr sz="2400" b="0" i="0" u="none" strike="noStrike" cap="none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0" name="Google Shape;90;g220569f7507_1_8"/>
          <p:cNvSpPr txBox="1"/>
          <p:nvPr/>
        </p:nvSpPr>
        <p:spPr>
          <a:xfrm>
            <a:off x="251252" y="1047586"/>
            <a:ext cx="8641496" cy="3723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2900" marR="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</a:pPr>
            <a:r>
              <a:rPr lang="en" sz="21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 se suele diseñar y entrenar un modelo desde </a:t>
            </a:r>
            <a:r>
              <a:rPr lang="en" sz="21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CERO</a:t>
            </a:r>
            <a:endParaRPr sz="1100">
              <a:solidFill>
                <a:schemeClr val="dk2"/>
              </a:solidFill>
            </a:endParaRPr>
          </a:p>
          <a:p>
            <a:pPr marL="342900" marR="0" lvl="0" indent="-2032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b="1" i="0" u="none" strike="noStrike" cap="none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marR="0" lvl="0" indent="-3365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</a:pPr>
            <a:r>
              <a:rPr lang="en" sz="21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 emplean </a:t>
            </a:r>
            <a:r>
              <a:rPr lang="en" sz="21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modelos existentes y probados </a:t>
            </a:r>
            <a:r>
              <a:rPr lang="en" sz="21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 sus parámetros ya entrenados.</a:t>
            </a:r>
            <a:endParaRPr sz="1100">
              <a:solidFill>
                <a:schemeClr val="dk2"/>
              </a:solidFill>
            </a:endParaRPr>
          </a:p>
          <a:p>
            <a:pPr marL="342900" marR="0" lvl="0" indent="-2032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marR="0" lvl="0" indent="-3365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</a:pPr>
            <a:r>
              <a:rPr lang="en" sz="21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Normalmente, los modelos que se toma de “base” cumplen una </a:t>
            </a:r>
            <a:r>
              <a:rPr lang="en" sz="21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tarea genérica.</a:t>
            </a:r>
            <a:endParaRPr sz="1100">
              <a:solidFill>
                <a:schemeClr val="dk2"/>
              </a:solidFill>
            </a:endParaRPr>
          </a:p>
          <a:p>
            <a:pPr marL="342900" marR="0" lvl="0" indent="-2032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marR="0" lvl="0" indent="-3365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</a:pPr>
            <a:r>
              <a:rPr lang="en" sz="21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 modelo “base” se le hacen los ajuste necesarios para  la nueva </a:t>
            </a:r>
            <a:r>
              <a:rPr lang="en" sz="21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tarea específica</a:t>
            </a:r>
            <a:r>
              <a:rPr lang="en" sz="21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que deben cumplir.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20569f7507_1_13"/>
          <p:cNvSpPr txBox="1"/>
          <p:nvPr/>
        </p:nvSpPr>
        <p:spPr>
          <a:xfrm>
            <a:off x="-119743" y="0"/>
            <a:ext cx="93834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Transfer Learning</a:t>
            </a:r>
            <a:endParaRPr sz="2400" b="0" i="0" u="none" strike="noStrike" cap="none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6" name="Google Shape;96;g220569f7507_1_13"/>
          <p:cNvSpPr txBox="1"/>
          <p:nvPr/>
        </p:nvSpPr>
        <p:spPr>
          <a:xfrm>
            <a:off x="358402" y="1752325"/>
            <a:ext cx="2307000" cy="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Ventajas: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97" name="Google Shape;97;g220569f7507_1_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1176" y="1861852"/>
            <a:ext cx="6216801" cy="30172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20569f7507_1_13"/>
          <p:cNvSpPr/>
          <p:nvPr/>
        </p:nvSpPr>
        <p:spPr>
          <a:xfrm>
            <a:off x="251252" y="2643357"/>
            <a:ext cx="3602700" cy="14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 pocos datos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 pre-trained models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 pre-trained embeddings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 Simulations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 Cambio de dominio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20569f7507_1_20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Transfer Learning</a:t>
            </a: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4" name="Google Shape;104;g220569f7507_1_20"/>
          <p:cNvSpPr txBox="1"/>
          <p:nvPr/>
        </p:nvSpPr>
        <p:spPr>
          <a:xfrm>
            <a:off x="179650" y="1253975"/>
            <a:ext cx="2034000" cy="19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Adaptación de modelo base para cumplir la tarea específica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05" name="Google Shape;105;g220569f7507_1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3654" y="922053"/>
            <a:ext cx="4987799" cy="329938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220569f7507_1_20"/>
          <p:cNvSpPr txBox="1"/>
          <p:nvPr/>
        </p:nvSpPr>
        <p:spPr>
          <a:xfrm>
            <a:off x="1949457" y="4474836"/>
            <a:ext cx="5516217" cy="39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 reentrena la nueva arquitectura con el dataset específico bajo la tarea específica a cumplir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20569f7507_1_27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Transfer Learning - ¿Qué estrategia usar?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12" name="Google Shape;112;g220569f7507_1_27"/>
          <p:cNvCxnSpPr/>
          <p:nvPr/>
        </p:nvCxnSpPr>
        <p:spPr>
          <a:xfrm>
            <a:off x="914400" y="2782957"/>
            <a:ext cx="6927574" cy="0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3" name="Google Shape;113;g220569f7507_1_27"/>
          <p:cNvCxnSpPr/>
          <p:nvPr/>
        </p:nvCxnSpPr>
        <p:spPr>
          <a:xfrm>
            <a:off x="4204252" y="814403"/>
            <a:ext cx="0" cy="3754562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4" name="Google Shape;114;g220569f7507_1_27"/>
          <p:cNvSpPr txBox="1"/>
          <p:nvPr/>
        </p:nvSpPr>
        <p:spPr>
          <a:xfrm>
            <a:off x="44164" y="2463339"/>
            <a:ext cx="13419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pequeño 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5" name="Google Shape;115;g220569f7507_1_27"/>
          <p:cNvSpPr txBox="1"/>
          <p:nvPr/>
        </p:nvSpPr>
        <p:spPr>
          <a:xfrm>
            <a:off x="7890367" y="2399926"/>
            <a:ext cx="12672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grande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6" name="Google Shape;116;g220569f7507_1_27"/>
          <p:cNvSpPr txBox="1"/>
          <p:nvPr/>
        </p:nvSpPr>
        <p:spPr>
          <a:xfrm>
            <a:off x="3858557" y="579789"/>
            <a:ext cx="1911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semejante al generic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7" name="Google Shape;117;g220569f7507_1_27"/>
          <p:cNvSpPr txBox="1"/>
          <p:nvPr/>
        </p:nvSpPr>
        <p:spPr>
          <a:xfrm>
            <a:off x="3733702" y="4568966"/>
            <a:ext cx="16488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distinto al generic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8" name="Google Shape;118;g220569f7507_1_27"/>
          <p:cNvSpPr txBox="1"/>
          <p:nvPr/>
        </p:nvSpPr>
        <p:spPr>
          <a:xfrm>
            <a:off x="1394564" y="579812"/>
            <a:ext cx="149584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feature extractor</a:t>
            </a:r>
            <a:endParaRPr sz="14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9" name="Google Shape;119;g220569f7507_1_27"/>
          <p:cNvSpPr txBox="1"/>
          <p:nvPr/>
        </p:nvSpPr>
        <p:spPr>
          <a:xfrm>
            <a:off x="6453683" y="533247"/>
            <a:ext cx="123245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fine tunning</a:t>
            </a:r>
            <a:endParaRPr sz="14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0" name="Google Shape;120;g220569f7507_1_27"/>
          <p:cNvSpPr txBox="1"/>
          <p:nvPr/>
        </p:nvSpPr>
        <p:spPr>
          <a:xfrm>
            <a:off x="231521" y="4287688"/>
            <a:ext cx="18090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feature extractor desde menor profundidad</a:t>
            </a:r>
            <a:endParaRPr sz="14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1" name="Google Shape;121;g220569f7507_1_27"/>
          <p:cNvSpPr txBox="1"/>
          <p:nvPr/>
        </p:nvSpPr>
        <p:spPr>
          <a:xfrm>
            <a:off x="6821251" y="4520942"/>
            <a:ext cx="213823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fine tunning (from pre-trained models)</a:t>
            </a:r>
            <a:endParaRPr sz="14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pSp>
        <p:nvGrpSpPr>
          <p:cNvPr id="122" name="Google Shape;122;g220569f7507_1_27"/>
          <p:cNvGrpSpPr/>
          <p:nvPr/>
        </p:nvGrpSpPr>
        <p:grpSpPr>
          <a:xfrm>
            <a:off x="5712752" y="756097"/>
            <a:ext cx="2347622" cy="1899005"/>
            <a:chOff x="989692" y="2516687"/>
            <a:chExt cx="4698135" cy="4095829"/>
          </a:xfrm>
        </p:grpSpPr>
        <p:pic>
          <p:nvPicPr>
            <p:cNvPr id="123" name="Google Shape;123;g220569f7507_1_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9692" y="2516687"/>
              <a:ext cx="4698135" cy="3107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g220569f7507_1_27"/>
            <p:cNvSpPr/>
            <p:nvPr/>
          </p:nvSpPr>
          <p:spPr>
            <a:xfrm rot="-5400000">
              <a:off x="3115799" y="4850874"/>
              <a:ext cx="466924" cy="1861478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2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25" name="Google Shape;125;g220569f7507_1_27"/>
            <p:cNvSpPr txBox="1"/>
            <p:nvPr/>
          </p:nvSpPr>
          <p:spPr>
            <a:xfrm>
              <a:off x="2763762" y="6015076"/>
              <a:ext cx="2095092" cy="597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F000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reentrenar</a:t>
              </a:r>
              <a:endParaRPr sz="1100"/>
            </a:p>
          </p:txBody>
        </p:sp>
      </p:grpSp>
      <p:grpSp>
        <p:nvGrpSpPr>
          <p:cNvPr id="126" name="Google Shape;126;g220569f7507_1_27"/>
          <p:cNvGrpSpPr/>
          <p:nvPr/>
        </p:nvGrpSpPr>
        <p:grpSpPr>
          <a:xfrm>
            <a:off x="854585" y="846167"/>
            <a:ext cx="2320231" cy="1808395"/>
            <a:chOff x="1139447" y="1128222"/>
            <a:chExt cx="4698135" cy="4213175"/>
          </a:xfrm>
        </p:grpSpPr>
        <p:pic>
          <p:nvPicPr>
            <p:cNvPr id="127" name="Google Shape;127;g220569f7507_1_2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39447" y="1128222"/>
              <a:ext cx="4698135" cy="3107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g220569f7507_1_27"/>
            <p:cNvSpPr/>
            <p:nvPr/>
          </p:nvSpPr>
          <p:spPr>
            <a:xfrm rot="-5400000">
              <a:off x="3866949" y="3979243"/>
              <a:ext cx="466924" cy="827809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2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29" name="Google Shape;129;g220569f7507_1_27"/>
            <p:cNvSpPr txBox="1"/>
            <p:nvPr/>
          </p:nvSpPr>
          <p:spPr>
            <a:xfrm>
              <a:off x="3454962" y="4696048"/>
              <a:ext cx="1597579" cy="6453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F000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entrenar</a:t>
              </a:r>
              <a:endParaRPr sz="1100"/>
            </a:p>
          </p:txBody>
        </p:sp>
      </p:grpSp>
      <p:pic>
        <p:nvPicPr>
          <p:cNvPr id="130" name="Google Shape;130;g220569f7507_1_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59877" y="2950618"/>
            <a:ext cx="2378053" cy="157250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220569f7507_1_27"/>
          <p:cNvSpPr/>
          <p:nvPr/>
        </p:nvSpPr>
        <p:spPr>
          <a:xfrm rot="-5400000">
            <a:off x="2732372" y="4325651"/>
            <a:ext cx="200415" cy="408824"/>
          </a:xfrm>
          <a:prstGeom prst="leftBrace">
            <a:avLst>
              <a:gd name="adj1" fmla="val 8333"/>
              <a:gd name="adj2" fmla="val 50000"/>
            </a:avLst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2" name="Google Shape;132;g220569f7507_1_27"/>
          <p:cNvSpPr txBox="1"/>
          <p:nvPr/>
        </p:nvSpPr>
        <p:spPr>
          <a:xfrm>
            <a:off x="2495725" y="4603590"/>
            <a:ext cx="10709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entrenar</a:t>
            </a:r>
            <a:endParaRPr sz="1100"/>
          </a:p>
        </p:txBody>
      </p:sp>
      <p:grpSp>
        <p:nvGrpSpPr>
          <p:cNvPr id="133" name="Google Shape;133;g220569f7507_1_27"/>
          <p:cNvGrpSpPr/>
          <p:nvPr/>
        </p:nvGrpSpPr>
        <p:grpSpPr>
          <a:xfrm>
            <a:off x="4661343" y="3001016"/>
            <a:ext cx="2347622" cy="1899005"/>
            <a:chOff x="989692" y="2516687"/>
            <a:chExt cx="4698135" cy="4095829"/>
          </a:xfrm>
        </p:grpSpPr>
        <p:pic>
          <p:nvPicPr>
            <p:cNvPr id="134" name="Google Shape;134;g220569f7507_1_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9692" y="2516687"/>
              <a:ext cx="4698135" cy="3107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g220569f7507_1_27"/>
            <p:cNvSpPr/>
            <p:nvPr/>
          </p:nvSpPr>
          <p:spPr>
            <a:xfrm rot="-5400000">
              <a:off x="3115799" y="4850874"/>
              <a:ext cx="466924" cy="1861478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2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36" name="Google Shape;136;g220569f7507_1_27"/>
            <p:cNvSpPr txBox="1"/>
            <p:nvPr/>
          </p:nvSpPr>
          <p:spPr>
            <a:xfrm>
              <a:off x="2763762" y="6015076"/>
              <a:ext cx="2095092" cy="597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F000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reentrenar</a:t>
              </a:r>
              <a:endParaRPr sz="1100"/>
            </a:p>
          </p:txBody>
        </p:sp>
      </p:grpSp>
      <p:pic>
        <p:nvPicPr>
          <p:cNvPr id="137" name="Google Shape;137;g220569f7507_1_27" descr="Imagen que contiene Gráfico de líneas&#10;&#10;Descripción generada automáticamente"/>
          <p:cNvPicPr preferRelativeResize="0"/>
          <p:nvPr/>
        </p:nvPicPr>
        <p:blipFill rotWithShape="1">
          <a:blip r:embed="rId6">
            <a:alphaModFix/>
          </a:blip>
          <a:srcRect l="21184" r="25224"/>
          <a:stretch/>
        </p:blipFill>
        <p:spPr>
          <a:xfrm>
            <a:off x="7350406" y="3199615"/>
            <a:ext cx="1742942" cy="11448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g220569f7507_1_27"/>
          <p:cNvCxnSpPr/>
          <p:nvPr/>
        </p:nvCxnSpPr>
        <p:spPr>
          <a:xfrm>
            <a:off x="7841974" y="3607904"/>
            <a:ext cx="0" cy="544967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20569f7507_1_58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Transfer Learning - ejemplo colab</a:t>
            </a: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83" name="Google Shape;183;g220569f7507_1_58" descr="Diagram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b="5425"/>
          <a:stretch/>
        </p:blipFill>
        <p:spPr>
          <a:xfrm>
            <a:off x="780914" y="968402"/>
            <a:ext cx="7582169" cy="385920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220569f7507_1_58"/>
          <p:cNvSpPr txBox="1"/>
          <p:nvPr/>
        </p:nvSpPr>
        <p:spPr>
          <a:xfrm>
            <a:off x="1749284" y="814404"/>
            <a:ext cx="6805500" cy="5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Adaptación de modelo base para cumplir la tarea específica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85" name="Google Shape;185;g220569f7507_1_58"/>
          <p:cNvSpPr/>
          <p:nvPr/>
        </p:nvSpPr>
        <p:spPr>
          <a:xfrm>
            <a:off x="7026965" y="3657600"/>
            <a:ext cx="705679" cy="23853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6" name="Google Shape;186;g220569f7507_1_58"/>
          <p:cNvSpPr/>
          <p:nvPr/>
        </p:nvSpPr>
        <p:spPr>
          <a:xfrm>
            <a:off x="6689035" y="2890793"/>
            <a:ext cx="337930" cy="1005346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7" name="Google Shape;187;g220569f7507_1_58"/>
          <p:cNvSpPr txBox="1"/>
          <p:nvPr/>
        </p:nvSpPr>
        <p:spPr>
          <a:xfrm>
            <a:off x="7041872" y="3156787"/>
            <a:ext cx="10580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Nuevo!</a:t>
            </a:r>
            <a:endParaRPr sz="1100"/>
          </a:p>
        </p:txBody>
      </p:sp>
      <p:sp>
        <p:nvSpPr>
          <p:cNvPr id="188" name="Google Shape;188;g220569f7507_1_58"/>
          <p:cNvSpPr txBox="1"/>
          <p:nvPr/>
        </p:nvSpPr>
        <p:spPr>
          <a:xfrm>
            <a:off x="116709" y="997014"/>
            <a:ext cx="1632578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E18405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Generic Dataset: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E18405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ImageNet 1K</a:t>
            </a:r>
            <a:endParaRPr sz="1100" dirty="0"/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E18405"/>
              </a:buClr>
              <a:buSzPts val="1500"/>
              <a:buFont typeface="Twentieth Century"/>
              <a:buChar char="-"/>
            </a:pPr>
            <a:r>
              <a:rPr lang="en" sz="1500" b="1" dirty="0">
                <a:solidFill>
                  <a:srgbClr val="E18405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1000 clases</a:t>
            </a:r>
            <a:endParaRPr sz="1100" dirty="0"/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E18405"/>
              </a:buClr>
              <a:buSzPts val="1500"/>
              <a:buFont typeface="Twentieth Century"/>
              <a:buChar char="-"/>
            </a:pPr>
            <a:r>
              <a:rPr lang="en" sz="1500" b="1" dirty="0">
                <a:solidFill>
                  <a:srgbClr val="E18405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1.281.167 (train set)</a:t>
            </a:r>
            <a:endParaRPr sz="1100" dirty="0"/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E18405"/>
              </a:buClr>
              <a:buSzPts val="1500"/>
              <a:buFont typeface="Twentieth Century"/>
              <a:buChar char="-"/>
            </a:pPr>
            <a:r>
              <a:rPr lang="en" sz="1500" b="1" dirty="0">
                <a:solidFill>
                  <a:srgbClr val="E18405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RGB</a:t>
            </a:r>
            <a:endParaRPr sz="1100" dirty="0"/>
          </a:p>
        </p:txBody>
      </p:sp>
      <p:sp>
        <p:nvSpPr>
          <p:cNvPr id="189" name="Google Shape;189;g220569f7507_1_58"/>
          <p:cNvSpPr txBox="1"/>
          <p:nvPr/>
        </p:nvSpPr>
        <p:spPr>
          <a:xfrm>
            <a:off x="116709" y="3786802"/>
            <a:ext cx="1632578" cy="122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Specific Dataset: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Bees &amp; ants</a:t>
            </a:r>
            <a:endParaRPr sz="15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Twentieth Century"/>
              <a:buChar char="-"/>
            </a:pPr>
            <a:r>
              <a:rPr lang="en" sz="15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clases</a:t>
            </a:r>
            <a:endParaRPr sz="1100"/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Twentieth Century"/>
              <a:buChar char="-"/>
            </a:pPr>
            <a:r>
              <a:rPr lang="en" sz="15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120 (train set)</a:t>
            </a:r>
            <a:endParaRPr sz="1100"/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Twentieth Century"/>
              <a:buChar char="-"/>
            </a:pPr>
            <a:r>
              <a:rPr lang="en" sz="15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RGB</a:t>
            </a:r>
            <a:endParaRPr sz="1100"/>
          </a:p>
        </p:txBody>
      </p:sp>
      <p:sp>
        <p:nvSpPr>
          <p:cNvPr id="190" name="Google Shape;190;g220569f7507_1_58"/>
          <p:cNvSpPr txBox="1"/>
          <p:nvPr/>
        </p:nvSpPr>
        <p:spPr>
          <a:xfrm rot="-5400000">
            <a:off x="1110345" y="2812331"/>
            <a:ext cx="735078" cy="2539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wentieth Century"/>
                <a:ea typeface="Twentieth Century"/>
                <a:cs typeface="Twentieth Century"/>
                <a:sym typeface="Twentieth Century"/>
              </a:rPr>
              <a:t>400*400</a:t>
            </a:r>
            <a:endParaRPr sz="1100"/>
          </a:p>
        </p:txBody>
      </p:sp>
      <p:sp>
        <p:nvSpPr>
          <p:cNvPr id="191" name="Google Shape;191;g220569f7507_1_58"/>
          <p:cNvSpPr txBox="1"/>
          <p:nvPr/>
        </p:nvSpPr>
        <p:spPr>
          <a:xfrm rot="-5400000">
            <a:off x="5508410" y="1987099"/>
            <a:ext cx="735078" cy="2539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wentieth Century"/>
                <a:ea typeface="Twentieth Century"/>
                <a:cs typeface="Twentieth Century"/>
                <a:sym typeface="Twentieth Century"/>
              </a:rPr>
              <a:t>12*12</a:t>
            </a:r>
            <a:endParaRPr sz="1100"/>
          </a:p>
        </p:txBody>
      </p:sp>
      <p:sp>
        <p:nvSpPr>
          <p:cNvPr id="192" name="Google Shape;192;g220569f7507_1_58"/>
          <p:cNvSpPr txBox="1"/>
          <p:nvPr/>
        </p:nvSpPr>
        <p:spPr>
          <a:xfrm>
            <a:off x="7012265" y="4175098"/>
            <a:ext cx="735078" cy="2539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wentieth Century"/>
                <a:ea typeface="Twentieth Century"/>
                <a:cs typeface="Twentieth Century"/>
                <a:sym typeface="Twentieth Century"/>
              </a:rPr>
              <a:t>2 clases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20569f7507_1_72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Transfer Learning - ejemplo colab</a:t>
            </a: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8" name="Google Shape;198;g220569f7507_1_72"/>
          <p:cNvSpPr txBox="1"/>
          <p:nvPr/>
        </p:nvSpPr>
        <p:spPr>
          <a:xfrm>
            <a:off x="113485" y="789727"/>
            <a:ext cx="1985832" cy="39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n" sz="21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Colab</a:t>
            </a:r>
            <a:endParaRPr sz="21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pSp>
        <p:nvGrpSpPr>
          <p:cNvPr id="199" name="Google Shape;199;g220569f7507_1_72"/>
          <p:cNvGrpSpPr/>
          <p:nvPr/>
        </p:nvGrpSpPr>
        <p:grpSpPr>
          <a:xfrm>
            <a:off x="5165183" y="1658233"/>
            <a:ext cx="3523601" cy="3363885"/>
            <a:chOff x="989692" y="1991560"/>
            <a:chExt cx="4698135" cy="4485180"/>
          </a:xfrm>
        </p:grpSpPr>
        <p:pic>
          <p:nvPicPr>
            <p:cNvPr id="200" name="Google Shape;200;g220569f7507_1_7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9692" y="2516687"/>
              <a:ext cx="4698135" cy="3107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g220569f7507_1_72"/>
            <p:cNvSpPr txBox="1"/>
            <p:nvPr/>
          </p:nvSpPr>
          <p:spPr>
            <a:xfrm>
              <a:off x="2155339" y="1991560"/>
              <a:ext cx="2366839" cy="5251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chemeClr val="dk2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Fine tuning</a:t>
              </a:r>
              <a:endParaRPr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2" name="Google Shape;202;g220569f7507_1_72"/>
            <p:cNvSpPr/>
            <p:nvPr/>
          </p:nvSpPr>
          <p:spPr>
            <a:xfrm rot="-5400000">
              <a:off x="3115799" y="4850874"/>
              <a:ext cx="466924" cy="1861478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2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3" name="Google Shape;203;g220569f7507_1_72"/>
            <p:cNvSpPr txBox="1"/>
            <p:nvPr/>
          </p:nvSpPr>
          <p:spPr>
            <a:xfrm>
              <a:off x="2763763" y="6015075"/>
              <a:ext cx="1758415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000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reentrenar</a:t>
              </a:r>
              <a:endParaRPr sz="1100"/>
            </a:p>
          </p:txBody>
        </p:sp>
      </p:grpSp>
      <p:grpSp>
        <p:nvGrpSpPr>
          <p:cNvPr id="204" name="Google Shape;204;g220569f7507_1_72"/>
          <p:cNvGrpSpPr/>
          <p:nvPr/>
        </p:nvGrpSpPr>
        <p:grpSpPr>
          <a:xfrm>
            <a:off x="561301" y="1577417"/>
            <a:ext cx="3523601" cy="3363885"/>
            <a:chOff x="6504175" y="1991560"/>
            <a:chExt cx="4698135" cy="4485180"/>
          </a:xfrm>
        </p:grpSpPr>
        <p:pic>
          <p:nvPicPr>
            <p:cNvPr id="205" name="Google Shape;205;g220569f7507_1_7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04175" y="2516687"/>
              <a:ext cx="4698135" cy="3107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g220569f7507_1_72"/>
            <p:cNvSpPr txBox="1"/>
            <p:nvPr/>
          </p:nvSpPr>
          <p:spPr>
            <a:xfrm>
              <a:off x="7481639" y="1991560"/>
              <a:ext cx="2968284" cy="5251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chemeClr val="dk2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Feature extractor</a:t>
              </a:r>
              <a:endParaRPr sz="1100"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g220569f7507_1_72"/>
            <p:cNvSpPr/>
            <p:nvPr/>
          </p:nvSpPr>
          <p:spPr>
            <a:xfrm rot="-5400000">
              <a:off x="9231677" y="5367708"/>
              <a:ext cx="466924" cy="827809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2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8" name="Google Shape;208;g220569f7507_1_72"/>
            <p:cNvSpPr txBox="1"/>
            <p:nvPr/>
          </p:nvSpPr>
          <p:spPr>
            <a:xfrm>
              <a:off x="8822805" y="6015075"/>
              <a:ext cx="16271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000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entrenar</a:t>
              </a:r>
              <a:endParaRPr sz="11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20569f7507_1_87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Transfer Learning - ¿Qué estrategia usar?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44" name="Google Shape;144;g220569f7507_1_87"/>
          <p:cNvCxnSpPr/>
          <p:nvPr/>
        </p:nvCxnSpPr>
        <p:spPr>
          <a:xfrm>
            <a:off x="872777" y="1639904"/>
            <a:ext cx="6927600" cy="0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5" name="Google Shape;145;g220569f7507_1_87"/>
          <p:cNvCxnSpPr/>
          <p:nvPr/>
        </p:nvCxnSpPr>
        <p:spPr>
          <a:xfrm>
            <a:off x="1918253" y="868458"/>
            <a:ext cx="0" cy="3754562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6" name="Google Shape;146;g220569f7507_1_87"/>
          <p:cNvSpPr txBox="1"/>
          <p:nvPr/>
        </p:nvSpPr>
        <p:spPr>
          <a:xfrm>
            <a:off x="2541" y="1091687"/>
            <a:ext cx="13419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pequeño 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7" name="Google Shape;147;g220569f7507_1_87"/>
          <p:cNvSpPr txBox="1"/>
          <p:nvPr/>
        </p:nvSpPr>
        <p:spPr>
          <a:xfrm>
            <a:off x="7848744" y="1028273"/>
            <a:ext cx="12672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grande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8" name="Google Shape;148;g220569f7507_1_87"/>
          <p:cNvSpPr txBox="1"/>
          <p:nvPr/>
        </p:nvSpPr>
        <p:spPr>
          <a:xfrm>
            <a:off x="2193139" y="669176"/>
            <a:ext cx="1911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semejante al generic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9" name="Google Shape;149;g220569f7507_1_87"/>
          <p:cNvSpPr txBox="1"/>
          <p:nvPr/>
        </p:nvSpPr>
        <p:spPr>
          <a:xfrm>
            <a:off x="1727384" y="4520252"/>
            <a:ext cx="16488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distinto al generic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0" name="Google Shape;150;g220569f7507_1_87"/>
          <p:cNvSpPr txBox="1"/>
          <p:nvPr/>
        </p:nvSpPr>
        <p:spPr>
          <a:xfrm>
            <a:off x="5529032" y="3448268"/>
            <a:ext cx="254635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fine tunning (from pre-trained models)</a:t>
            </a:r>
            <a:endParaRPr sz="14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pSp>
        <p:nvGrpSpPr>
          <p:cNvPr id="151" name="Google Shape;151;g220569f7507_1_87"/>
          <p:cNvGrpSpPr/>
          <p:nvPr/>
        </p:nvGrpSpPr>
        <p:grpSpPr>
          <a:xfrm>
            <a:off x="2345649" y="1969894"/>
            <a:ext cx="2795716" cy="2210903"/>
            <a:chOff x="989692" y="2516687"/>
            <a:chExt cx="4698135" cy="3999474"/>
          </a:xfrm>
        </p:grpSpPr>
        <p:pic>
          <p:nvPicPr>
            <p:cNvPr id="152" name="Google Shape;152;g220569f7507_1_8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9692" y="2516687"/>
              <a:ext cx="4698135" cy="3107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g220569f7507_1_87"/>
            <p:cNvSpPr/>
            <p:nvPr/>
          </p:nvSpPr>
          <p:spPr>
            <a:xfrm rot="-5400000">
              <a:off x="3115799" y="4850874"/>
              <a:ext cx="466924" cy="1861478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2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54" name="Google Shape;154;g220569f7507_1_87"/>
            <p:cNvSpPr txBox="1"/>
            <p:nvPr/>
          </p:nvSpPr>
          <p:spPr>
            <a:xfrm>
              <a:off x="2763762" y="6015076"/>
              <a:ext cx="2095092" cy="5010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F000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entrenar</a:t>
              </a:r>
              <a:endParaRPr sz="1100"/>
            </a:p>
          </p:txBody>
        </p:sp>
      </p:grpSp>
      <p:pic>
        <p:nvPicPr>
          <p:cNvPr id="155" name="Google Shape;155;g220569f7507_1_87" descr="Imagen que contiene Gráfico de líneas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 l="21184" r="25224"/>
          <a:stretch/>
        </p:blipFill>
        <p:spPr>
          <a:xfrm>
            <a:off x="6131159" y="2126941"/>
            <a:ext cx="2078096" cy="13650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g220569f7507_1_87"/>
          <p:cNvCxnSpPr/>
          <p:nvPr/>
        </p:nvCxnSpPr>
        <p:spPr>
          <a:xfrm>
            <a:off x="6699930" y="2571750"/>
            <a:ext cx="0" cy="64976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" name="Google Shape;157;g220569f7507_1_87"/>
          <p:cNvSpPr txBox="1"/>
          <p:nvPr/>
        </p:nvSpPr>
        <p:spPr>
          <a:xfrm>
            <a:off x="5747358" y="4138272"/>
            <a:ext cx="3200675" cy="71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https://pytorch.org/blog/introducing-torchvision-new-multi-weight-support-api/</a:t>
            </a:r>
            <a:endParaRPr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20569f7507_1_105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Transfer Learning - ¿Qué estrategia usar?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63" name="Google Shape;163;g220569f7507_1_105"/>
          <p:cNvCxnSpPr/>
          <p:nvPr/>
        </p:nvCxnSpPr>
        <p:spPr>
          <a:xfrm>
            <a:off x="914400" y="1759226"/>
            <a:ext cx="6927574" cy="0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4" name="Google Shape;164;g220569f7507_1_105"/>
          <p:cNvCxnSpPr/>
          <p:nvPr/>
        </p:nvCxnSpPr>
        <p:spPr>
          <a:xfrm>
            <a:off x="6216667" y="875707"/>
            <a:ext cx="0" cy="3754562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5" name="Google Shape;165;g220569f7507_1_105"/>
          <p:cNvSpPr txBox="1"/>
          <p:nvPr/>
        </p:nvSpPr>
        <p:spPr>
          <a:xfrm>
            <a:off x="-25334" y="1297580"/>
            <a:ext cx="13419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pequeño 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6" name="Google Shape;166;g220569f7507_1_105"/>
          <p:cNvSpPr txBox="1"/>
          <p:nvPr/>
        </p:nvSpPr>
        <p:spPr>
          <a:xfrm>
            <a:off x="7890366" y="1759226"/>
            <a:ext cx="12672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grande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7" name="Google Shape;167;g220569f7507_1_105"/>
          <p:cNvSpPr txBox="1"/>
          <p:nvPr/>
        </p:nvSpPr>
        <p:spPr>
          <a:xfrm>
            <a:off x="3851207" y="674339"/>
            <a:ext cx="1911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semejante al generic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8" name="Google Shape;168;g220569f7507_1_105"/>
          <p:cNvSpPr txBox="1"/>
          <p:nvPr/>
        </p:nvSpPr>
        <p:spPr>
          <a:xfrm>
            <a:off x="4032407" y="4457069"/>
            <a:ext cx="16488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distinto al generic</a:t>
            </a:r>
            <a:endParaRPr sz="18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9" name="Google Shape;169;g220569f7507_1_105"/>
          <p:cNvSpPr txBox="1"/>
          <p:nvPr/>
        </p:nvSpPr>
        <p:spPr>
          <a:xfrm>
            <a:off x="1541164" y="810262"/>
            <a:ext cx="1495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feature extractor</a:t>
            </a:r>
            <a:endParaRPr sz="14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0" name="Google Shape;170;g220569f7507_1_105"/>
          <p:cNvSpPr txBox="1"/>
          <p:nvPr/>
        </p:nvSpPr>
        <p:spPr>
          <a:xfrm>
            <a:off x="6772858" y="814097"/>
            <a:ext cx="12324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fine tunning</a:t>
            </a:r>
            <a:endParaRPr sz="14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1" name="Google Shape;171;g220569f7507_1_105"/>
          <p:cNvSpPr txBox="1"/>
          <p:nvPr/>
        </p:nvSpPr>
        <p:spPr>
          <a:xfrm>
            <a:off x="177946" y="4086788"/>
            <a:ext cx="18090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feature extractor desde menor profundidad</a:t>
            </a:r>
            <a:endParaRPr sz="14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2" name="Google Shape;172;g220569f7507_1_105"/>
          <p:cNvSpPr txBox="1"/>
          <p:nvPr/>
        </p:nvSpPr>
        <p:spPr>
          <a:xfrm>
            <a:off x="6772858" y="3118999"/>
            <a:ext cx="213823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fine tunning (from pre-trained models)</a:t>
            </a:r>
            <a:endParaRPr sz="14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73" name="Google Shape;173;g220569f7507_1_1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7033" y="2952112"/>
            <a:ext cx="2378053" cy="157250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220569f7507_1_105"/>
          <p:cNvSpPr/>
          <p:nvPr/>
        </p:nvSpPr>
        <p:spPr>
          <a:xfrm rot="-5400000">
            <a:off x="2732372" y="4325651"/>
            <a:ext cx="200415" cy="408824"/>
          </a:xfrm>
          <a:prstGeom prst="leftBrace">
            <a:avLst>
              <a:gd name="adj1" fmla="val 8333"/>
              <a:gd name="adj2" fmla="val 50000"/>
            </a:avLst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5" name="Google Shape;175;g220569f7507_1_105"/>
          <p:cNvSpPr txBox="1"/>
          <p:nvPr/>
        </p:nvSpPr>
        <p:spPr>
          <a:xfrm>
            <a:off x="2501531" y="4630270"/>
            <a:ext cx="10709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entrenar</a:t>
            </a:r>
            <a:endParaRPr sz="1100"/>
          </a:p>
        </p:txBody>
      </p:sp>
      <p:sp>
        <p:nvSpPr>
          <p:cNvPr id="176" name="Google Shape;176;g220569f7507_1_105"/>
          <p:cNvSpPr txBox="1"/>
          <p:nvPr/>
        </p:nvSpPr>
        <p:spPr>
          <a:xfrm>
            <a:off x="304408" y="2009421"/>
            <a:ext cx="469127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https://discuss.pytorch.org/t/how-can-i-replace-the-forward-method-of-a-predefined-torchvision-model-with-my-customized-forward-function/54224/8</a:t>
            </a:r>
            <a:endParaRPr sz="1100" dirty="0"/>
          </a:p>
        </p:txBody>
      </p:sp>
      <p:sp>
        <p:nvSpPr>
          <p:cNvPr id="177" name="Google Shape;177;g220569f7507_1_105"/>
          <p:cNvSpPr txBox="1"/>
          <p:nvPr/>
        </p:nvSpPr>
        <p:spPr>
          <a:xfrm>
            <a:off x="3991376" y="2929046"/>
            <a:ext cx="2005650" cy="131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https://github.com/mortezamg63/Accessing-and-modifying-different-layers-of-a-pretrained-model-in-pytorch/blob/master/README.md</a:t>
            </a:r>
            <a:endParaRPr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20569f7507_1_124"/>
          <p:cNvSpPr txBox="1"/>
          <p:nvPr/>
        </p:nvSpPr>
        <p:spPr>
          <a:xfrm>
            <a:off x="2175193" y="157412"/>
            <a:ext cx="43152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¡Un merecido descanso!</a:t>
            </a:r>
            <a:endParaRPr sz="1100"/>
          </a:p>
        </p:txBody>
      </p:sp>
      <p:pic>
        <p:nvPicPr>
          <p:cNvPr id="214" name="Google Shape;214;g220569f7507_1_1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867" y="1043643"/>
            <a:ext cx="8080892" cy="3674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>
          <a:extLst>
            <a:ext uri="{FF2B5EF4-FFF2-40B4-BE49-F238E27FC236}">
              <a16:creationId xmlns:a16="http://schemas.microsoft.com/office/drawing/2014/main" id="{1AC41B8B-5F84-85B3-13FC-D9FF58660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20569f7507_1_129">
            <a:extLst>
              <a:ext uri="{FF2B5EF4-FFF2-40B4-BE49-F238E27FC236}">
                <a16:creationId xmlns:a16="http://schemas.microsoft.com/office/drawing/2014/main" id="{F7E019D6-E64C-AD0E-6A04-3FDF00378CC7}"/>
              </a:ext>
            </a:extLst>
          </p:cNvPr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20" name="Google Shape;220;g220569f7507_1_129">
            <a:extLst>
              <a:ext uri="{FF2B5EF4-FFF2-40B4-BE49-F238E27FC236}">
                <a16:creationId xmlns:a16="http://schemas.microsoft.com/office/drawing/2014/main" id="{1CA0C463-F9CE-9BBE-AC24-5DE104D50DFA}"/>
              </a:ext>
            </a:extLst>
          </p:cNvPr>
          <p:cNvSpPr txBox="1"/>
          <p:nvPr/>
        </p:nvSpPr>
        <p:spPr>
          <a:xfrm>
            <a:off x="614362" y="1077430"/>
            <a:ext cx="7915275" cy="372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Configuración de DL que busca </a:t>
            </a:r>
            <a:r>
              <a:rPr lang="es-ES" sz="2100" b="1" dirty="0">
                <a:solidFill>
                  <a:schemeClr val="dk2"/>
                </a:solidFill>
                <a:latin typeface="Twentieth Century"/>
                <a:sym typeface="Twentieth Century"/>
              </a:rPr>
              <a:t>aprender la distribución de </a:t>
            </a:r>
            <a:r>
              <a:rPr lang="es-ES" sz="2100" b="1" dirty="0" err="1">
                <a:solidFill>
                  <a:schemeClr val="dk2"/>
                </a:solidFill>
                <a:latin typeface="Twentieth Century"/>
                <a:sym typeface="Twentieth Century"/>
              </a:rPr>
              <a:t>prob</a:t>
            </a:r>
            <a:r>
              <a:rPr lang="es-ES" sz="2100" b="1" dirty="0">
                <a:solidFill>
                  <a:schemeClr val="dk2"/>
                </a:solidFill>
                <a:latin typeface="Twentieth Century"/>
                <a:sym typeface="Twentieth Century"/>
              </a:rPr>
              <a:t> de los datos de entrenamiento</a:t>
            </a: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 para poder </a:t>
            </a:r>
            <a:r>
              <a:rPr lang="es-ES" sz="2100" b="1" dirty="0">
                <a:solidFill>
                  <a:schemeClr val="dk2"/>
                </a:solidFill>
                <a:latin typeface="Twentieth Century"/>
                <a:sym typeface="Twentieth Century"/>
              </a:rPr>
              <a:t>generar nuevos datos a partir de esa distribución.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s-ES" sz="2100" b="1" dirty="0">
              <a:solidFill>
                <a:schemeClr val="dk2"/>
              </a:solidFill>
              <a:latin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Se logra entrenando 2 modelos compitiendo: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b="1" dirty="0">
                <a:solidFill>
                  <a:schemeClr val="dk2"/>
                </a:solidFill>
                <a:latin typeface="Twentieth Century"/>
                <a:sym typeface="Twentieth Century"/>
              </a:rPr>
              <a:t>G</a:t>
            </a:r>
            <a:r>
              <a:rPr lang="es-ES" sz="2100" dirty="0">
                <a:solidFill>
                  <a:schemeClr val="dk2"/>
                </a:solidFill>
                <a:latin typeface="Twentieth Century"/>
                <a:sym typeface="Wingdings" panose="05000000000000000000" pitchFamily="2" charset="2"/>
              </a:rPr>
              <a:t></a:t>
            </a: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 generador que busca generar  datos “falsos”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b="1" dirty="0">
                <a:solidFill>
                  <a:schemeClr val="dk2"/>
                </a:solidFill>
                <a:latin typeface="Twentieth Century"/>
                <a:sym typeface="Twentieth Century"/>
              </a:rPr>
              <a:t>D</a:t>
            </a:r>
            <a:r>
              <a:rPr lang="es-ES" sz="2100" dirty="0">
                <a:solidFill>
                  <a:schemeClr val="dk2"/>
                </a:solidFill>
                <a:latin typeface="Twentieth Century"/>
                <a:sym typeface="Wingdings" panose="05000000000000000000" pitchFamily="2" charset="2"/>
              </a:rPr>
              <a:t></a:t>
            </a: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 discriminador que busca identificar datos “verdaderos” o “falsos”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s-ES" sz="2100" dirty="0">
              <a:solidFill>
                <a:schemeClr val="dk2"/>
              </a:solidFill>
              <a:latin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s-ES" sz="2100" dirty="0">
              <a:solidFill>
                <a:schemeClr val="dk2"/>
              </a:solidFill>
              <a:latin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Cuando el sistema “converge” el </a:t>
            </a:r>
            <a:r>
              <a:rPr lang="es-ES" sz="2100" b="1" dirty="0">
                <a:solidFill>
                  <a:schemeClr val="dk2"/>
                </a:solidFill>
                <a:latin typeface="Twentieth Century"/>
                <a:sym typeface="Twentieth Century"/>
              </a:rPr>
              <a:t>D</a:t>
            </a: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 no es capaz de distinguir datos reales de falsos (50% de real y 50% de falso)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s-ES" sz="2100" dirty="0">
              <a:solidFill>
                <a:schemeClr val="dk2"/>
              </a:solidFill>
              <a:latin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Ese punto de convergencia es teórico y aún no se ha podido alcanzar.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s-ES" sz="2100" dirty="0">
              <a:solidFill>
                <a:schemeClr val="dk2"/>
              </a:solidFill>
              <a:latin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s-ES" sz="2100" dirty="0">
              <a:solidFill>
                <a:schemeClr val="dk2"/>
              </a:solidFill>
              <a:latin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s-ES" sz="2100" dirty="0">
              <a:solidFill>
                <a:schemeClr val="dk2"/>
              </a:solidFill>
              <a:latin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1100" b="1" dirty="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2267865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20569f7507_1_129"/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20" name="Google Shape;220;g220569f7507_1_129"/>
          <p:cNvSpPr txBox="1"/>
          <p:nvPr/>
        </p:nvSpPr>
        <p:spPr>
          <a:xfrm>
            <a:off x="1228725" y="594256"/>
            <a:ext cx="7915275" cy="817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redes neuronales enfrentadas:   </a:t>
            </a:r>
            <a:r>
              <a:rPr lang="en" sz="21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</a:t>
            </a: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enerador -  </a:t>
            </a:r>
            <a:r>
              <a:rPr lang="en" sz="21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iscriminador	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21" name="Google Shape;221;g220569f7507_1_129" descr="Forma&#10;&#10;Descripción generada automáticamente con confianza baj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4363" y="1097324"/>
            <a:ext cx="7915275" cy="3451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20569f7507_1_135"/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28" name="Google Shape;228;g220569f7507_1_1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9417" y="728084"/>
            <a:ext cx="3672643" cy="441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220569f7507_1_135"/>
          <p:cNvSpPr txBox="1"/>
          <p:nvPr/>
        </p:nvSpPr>
        <p:spPr>
          <a:xfrm>
            <a:off x="117195" y="814403"/>
            <a:ext cx="4432267" cy="817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redes neuronales enfrentadas: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</a:t>
            </a: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enerador -  </a:t>
            </a:r>
            <a:r>
              <a:rPr lang="en" sz="21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iscriminador	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" name="Google Shape;238;g220569f7507_1_144">
            <a:extLst>
              <a:ext uri="{FF2B5EF4-FFF2-40B4-BE49-F238E27FC236}">
                <a16:creationId xmlns:a16="http://schemas.microsoft.com/office/drawing/2014/main" id="{6805E0BA-5B3D-9629-D43D-F1C128B8D5B7}"/>
              </a:ext>
            </a:extLst>
          </p:cNvPr>
          <p:cNvSpPr txBox="1"/>
          <p:nvPr/>
        </p:nvSpPr>
        <p:spPr>
          <a:xfrm>
            <a:off x="117195" y="2884445"/>
            <a:ext cx="4432267" cy="939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se entrena de forma indirecta (“supervisada”… pero de distinta forma)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" name="Google Shape;239;g220569f7507_1_144">
            <a:extLst>
              <a:ext uri="{FF2B5EF4-FFF2-40B4-BE49-F238E27FC236}">
                <a16:creationId xmlns:a16="http://schemas.microsoft.com/office/drawing/2014/main" id="{0829DAA1-5D49-B41C-D512-29EFF96AA847}"/>
              </a:ext>
            </a:extLst>
          </p:cNvPr>
          <p:cNvSpPr txBox="1"/>
          <p:nvPr/>
        </p:nvSpPr>
        <p:spPr>
          <a:xfrm>
            <a:off x="139733" y="3945437"/>
            <a:ext cx="4432267" cy="64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determina si una muestra es real </a:t>
            </a: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o falsa </a:t>
            </a: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0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" name="Google Shape;240;g220569f7507_1_144">
            <a:extLst>
              <a:ext uri="{FF2B5EF4-FFF2-40B4-BE49-F238E27FC236}">
                <a16:creationId xmlns:a16="http://schemas.microsoft.com/office/drawing/2014/main" id="{ECA63837-EE2B-8924-E0B7-602D680265D7}"/>
              </a:ext>
            </a:extLst>
          </p:cNvPr>
          <p:cNvSpPr txBox="1"/>
          <p:nvPr/>
        </p:nvSpPr>
        <p:spPr>
          <a:xfrm>
            <a:off x="139733" y="1799048"/>
            <a:ext cx="4432267" cy="939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se entrena para que </a:t>
            </a: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falle</a:t>
            </a:r>
            <a:endParaRPr sz="1100" dirty="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se entrena para no fallar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20569f7507_1_154"/>
          <p:cNvSpPr txBox="1"/>
          <p:nvPr/>
        </p:nvSpPr>
        <p:spPr>
          <a:xfrm>
            <a:off x="0" y="897109"/>
            <a:ext cx="3183622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– vector aleatorio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– vector muestra (real)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pz</a:t>
            </a: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– func prob </a:t>
            </a:r>
            <a:r>
              <a:rPr lang="en" sz="21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pg</a:t>
            </a: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– func prob </a:t>
            </a:r>
            <a:r>
              <a:rPr lang="en" sz="21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21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generated</a:t>
            </a:r>
            <a:endParaRPr sz="2100" b="1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 </a:t>
            </a: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– func prob </a:t>
            </a:r>
            <a:r>
              <a:rPr lang="en" sz="21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real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</a:t>
            </a: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– generator (NN)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– discriminator (NN)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48" name="Google Shape;248;g220569f7507_1_154"/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 – Función de costo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49" name="Google Shape;249;g220569f7507_1_1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7963" y="1304310"/>
            <a:ext cx="6341469" cy="700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220569f7507_1_1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2537" y="3601182"/>
            <a:ext cx="6938926" cy="78913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220569f7507_1_154"/>
          <p:cNvSpPr txBox="1"/>
          <p:nvPr/>
        </p:nvSpPr>
        <p:spPr>
          <a:xfrm>
            <a:off x="3764675" y="2816777"/>
            <a:ext cx="4432267" cy="64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D(x)=1 si x es real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D(x)=0 si x es falsa</a:t>
            </a:r>
            <a:endParaRPr sz="21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2" name="Google Shape;252;g220569f7507_1_154"/>
          <p:cNvSpPr txBox="1"/>
          <p:nvPr/>
        </p:nvSpPr>
        <p:spPr>
          <a:xfrm>
            <a:off x="248524" y="4767319"/>
            <a:ext cx="47376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https://neptune.ai/blog/gan-loss-functions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DEE781F1-57AC-E6E3-6B6D-A9E2536C9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20569f7507_1_172">
            <a:extLst>
              <a:ext uri="{FF2B5EF4-FFF2-40B4-BE49-F238E27FC236}">
                <a16:creationId xmlns:a16="http://schemas.microsoft.com/office/drawing/2014/main" id="{A2EDDB55-49CB-222B-05D9-0599A6F28B0D}"/>
              </a:ext>
            </a:extLst>
          </p:cNvPr>
          <p:cNvSpPr txBox="1"/>
          <p:nvPr/>
        </p:nvSpPr>
        <p:spPr>
          <a:xfrm>
            <a:off x="358048" y="814403"/>
            <a:ext cx="8427904" cy="373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Entrena GANs es actualmente una especie de “trabajo de artesano”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n"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Algunos trucos son: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n"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Tx/>
              <a:buChar char="-"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TanH como output del generador.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Tx/>
              <a:buChar char="-"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Poner etiquetas reales a muestras falsas para entrenar generador.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Tx/>
              <a:buChar char="-"/>
            </a:pPr>
            <a:r>
              <a:rPr lang="es-AR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sar batch normalization y minibatch.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Tx/>
              <a:buChar char="-"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Evitar Maxpool, usar average pool o haccer downsampling con el stride de conv.</a:t>
            </a:r>
          </a:p>
          <a:p>
            <a:pPr marL="342900" lvl="0" indent="-342900">
              <a:lnSpc>
                <a:spcPct val="90000"/>
              </a:lnSpc>
              <a:buClr>
                <a:schemeClr val="dk1"/>
              </a:buClr>
              <a:buSzPts val="2100"/>
              <a:buFontTx/>
              <a:buChar char="-"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Evitar usar ReLu, usar LeakyReLu.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Tx/>
              <a:buChar char="-"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Usar Adam como optimizador, beta_1 = 0,5, lr=0,0002.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Tx/>
              <a:buChar char="-"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Usar label smoothing (en lugar de 1 – 0; usar 0,9 – 0,1 para las clases real-fake).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9" name="Google Shape;269;g220569f7507_1_172">
            <a:extLst>
              <a:ext uri="{FF2B5EF4-FFF2-40B4-BE49-F238E27FC236}">
                <a16:creationId xmlns:a16="http://schemas.microsoft.com/office/drawing/2014/main" id="{639ED827-AF87-178A-F1AA-8E9F6BC77668}"/>
              </a:ext>
            </a:extLst>
          </p:cNvPr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</a:t>
            </a:r>
            <a:endParaRPr sz="110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086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20569f7507_1_172"/>
          <p:cNvSpPr txBox="1"/>
          <p:nvPr/>
        </p:nvSpPr>
        <p:spPr>
          <a:xfrm>
            <a:off x="222275" y="814403"/>
            <a:ext cx="864149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Conditionals GANs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 le pasa un ‘label’ para que genere algo bajo ese ‘label’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269" name="Google Shape;269;g220569f7507_1_172"/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70" name="Google Shape;270;g220569f7507_1_1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1863" y="1986797"/>
            <a:ext cx="5699757" cy="231697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220569f7507_1_172"/>
          <p:cNvSpPr/>
          <p:nvPr/>
        </p:nvSpPr>
        <p:spPr>
          <a:xfrm>
            <a:off x="112689" y="4661781"/>
            <a:ext cx="886066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https://machinelearningmastery.com/impressive-applications-of-generative-adversarial-networks/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20569f7507_1_179"/>
          <p:cNvSpPr txBox="1"/>
          <p:nvPr/>
        </p:nvSpPr>
        <p:spPr>
          <a:xfrm>
            <a:off x="251252" y="704466"/>
            <a:ext cx="8641496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Super resolution GANs</a:t>
            </a:r>
            <a:endParaRPr sz="21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7" name="Google Shape;277;g220569f7507_1_179"/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78" name="Google Shape;278;g220569f7507_1_179"/>
          <p:cNvSpPr/>
          <p:nvPr/>
        </p:nvSpPr>
        <p:spPr>
          <a:xfrm>
            <a:off x="112689" y="4661781"/>
            <a:ext cx="8860666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https://www.researchgate.net/publication/361868139_SWCGAN_Generative_Adversarial_Network_Combining_Swin_Transformer_and_CNN_for_Remote_Sensing_Image_Super-Resolution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79" name="Google Shape;279;g220569f7507_1_179"/>
          <p:cNvPicPr preferRelativeResize="0"/>
          <p:nvPr/>
        </p:nvPicPr>
        <p:blipFill rotWithShape="1">
          <a:blip r:embed="rId3">
            <a:alphaModFix/>
          </a:blip>
          <a:srcRect l="5651" t="45941" r="72717" b="20227"/>
          <a:stretch/>
        </p:blipFill>
        <p:spPr>
          <a:xfrm>
            <a:off x="1456555" y="1093304"/>
            <a:ext cx="6175988" cy="3345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20569f7507_1_186"/>
          <p:cNvSpPr txBox="1"/>
          <p:nvPr/>
        </p:nvSpPr>
        <p:spPr>
          <a:xfrm>
            <a:off x="251252" y="704466"/>
            <a:ext cx="8641496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Remote Sensing Image to Map Translation GANs</a:t>
            </a:r>
            <a:endParaRPr sz="21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5" name="Google Shape;285;g220569f7507_1_186"/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86" name="Google Shape;286;g220569f7507_1_186"/>
          <p:cNvSpPr/>
          <p:nvPr/>
        </p:nvSpPr>
        <p:spPr>
          <a:xfrm>
            <a:off x="112689" y="4661781"/>
            <a:ext cx="886066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https://www.mdpi.com/2072-4292/13/10/1936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87" name="Google Shape;287;g220569f7507_1_186" descr="Forma&#10;&#10;Descripción generada automáticamente con confianza baj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342" y="1408377"/>
            <a:ext cx="6949316" cy="3030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g220569f7507_1_186" descr="Imagen que contiene Aplicación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 r="79198" b="51977"/>
          <a:stretch/>
        </p:blipFill>
        <p:spPr>
          <a:xfrm>
            <a:off x="448971" y="2762299"/>
            <a:ext cx="1517626" cy="1524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220569f7507_1_186"/>
          <p:cNvPicPr preferRelativeResize="0"/>
          <p:nvPr/>
        </p:nvPicPr>
        <p:blipFill rotWithShape="1">
          <a:blip r:embed="rId5">
            <a:alphaModFix/>
          </a:blip>
          <a:srcRect l="20282" r="59793" b="52174"/>
          <a:stretch/>
        </p:blipFill>
        <p:spPr>
          <a:xfrm>
            <a:off x="3919627" y="3104779"/>
            <a:ext cx="1055138" cy="1102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220569f7507_1_186"/>
          <p:cNvPicPr preferRelativeResize="0"/>
          <p:nvPr/>
        </p:nvPicPr>
        <p:blipFill rotWithShape="1">
          <a:blip r:embed="rId5">
            <a:alphaModFix/>
          </a:blip>
          <a:srcRect l="20282" r="59793" b="52931"/>
          <a:stretch/>
        </p:blipFill>
        <p:spPr>
          <a:xfrm>
            <a:off x="3330720" y="1453624"/>
            <a:ext cx="1241279" cy="127605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E635C80-4809-6D63-91FA-A9C8F650EB93}"/>
                  </a:ext>
                </a:extLst>
              </p14:cNvPr>
              <p14:cNvContentPartPr/>
              <p14:nvPr/>
            </p14:nvContentPartPr>
            <p14:xfrm>
              <a:off x="4741770" y="1077495"/>
              <a:ext cx="709560" cy="9064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E635C80-4809-6D63-91FA-A9C8F650EB9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5650" y="1071375"/>
                <a:ext cx="721800" cy="9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959E5929-3DC1-0941-84F6-0715CCA8E600}"/>
                  </a:ext>
                </a:extLst>
              </p14:cNvPr>
              <p14:cNvContentPartPr/>
              <p14:nvPr/>
            </p14:nvContentPartPr>
            <p14:xfrm>
              <a:off x="4703250" y="975255"/>
              <a:ext cx="775080" cy="99000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959E5929-3DC1-0941-84F6-0715CCA8E60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97130" y="969135"/>
                <a:ext cx="787320" cy="100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3" name="Group 292">
            <a:extLst>
              <a:ext uri="{FF2B5EF4-FFF2-40B4-BE49-F238E27FC236}">
                <a16:creationId xmlns:a16="http://schemas.microsoft.com/office/drawing/2014/main" id="{064FE795-1EB1-4667-D390-2DE6B4958473}"/>
              </a:ext>
            </a:extLst>
          </p:cNvPr>
          <p:cNvGrpSpPr/>
          <p:nvPr/>
        </p:nvGrpSpPr>
        <p:grpSpPr>
          <a:xfrm>
            <a:off x="4911690" y="770415"/>
            <a:ext cx="4050360" cy="3160440"/>
            <a:chOff x="4911690" y="770415"/>
            <a:chExt cx="4050360" cy="316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3B3E9CE-5864-6F5C-ABB0-FF2ABFFA7B74}"/>
                    </a:ext>
                  </a:extLst>
                </p14:cNvPr>
                <p14:cNvContentPartPr/>
                <p14:nvPr/>
              </p14:nvContentPartPr>
              <p14:xfrm>
                <a:off x="7810410" y="997215"/>
                <a:ext cx="108000" cy="172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3B3E9CE-5864-6F5C-ABB0-FF2ABFFA7B7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04290" y="991095"/>
                  <a:ext cx="1202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D519B8F-842A-AAF0-5CD0-9F71115A27D5}"/>
                    </a:ext>
                  </a:extLst>
                </p14:cNvPr>
                <p14:cNvContentPartPr/>
                <p14:nvPr/>
              </p14:nvContentPartPr>
              <p14:xfrm>
                <a:off x="7841010" y="1051935"/>
                <a:ext cx="146520" cy="28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D519B8F-842A-AAF0-5CD0-9F71115A27D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834890" y="1045815"/>
                  <a:ext cx="158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4FB5910-CA3E-461E-5366-8EE461D0ADB3}"/>
                    </a:ext>
                  </a:extLst>
                </p14:cNvPr>
                <p14:cNvContentPartPr/>
                <p14:nvPr/>
              </p14:nvContentPartPr>
              <p14:xfrm>
                <a:off x="7839210" y="968055"/>
                <a:ext cx="170640" cy="19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4FB5910-CA3E-461E-5366-8EE461D0ADB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33090" y="961935"/>
                  <a:ext cx="1828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8D2788D-C02A-EED7-F7D2-3CBD29937798}"/>
                    </a:ext>
                  </a:extLst>
                </p14:cNvPr>
                <p14:cNvContentPartPr/>
                <p14:nvPr/>
              </p14:nvContentPartPr>
              <p14:xfrm>
                <a:off x="8058450" y="967335"/>
                <a:ext cx="91440" cy="269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8D2788D-C02A-EED7-F7D2-3CBD299377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52330" y="961215"/>
                  <a:ext cx="1036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B8EA684-3D9B-E567-7958-330A63B3D394}"/>
                    </a:ext>
                  </a:extLst>
                </p14:cNvPr>
                <p14:cNvContentPartPr/>
                <p14:nvPr/>
              </p14:nvContentPartPr>
              <p14:xfrm>
                <a:off x="8174730" y="1020255"/>
                <a:ext cx="119160" cy="133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B8EA684-3D9B-E567-7958-330A63B3D39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168610" y="1014135"/>
                  <a:ext cx="1314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8945B3-F153-9FA7-0912-961819D15FAB}"/>
                    </a:ext>
                  </a:extLst>
                </p14:cNvPr>
                <p14:cNvContentPartPr/>
                <p14:nvPr/>
              </p14:nvContentPartPr>
              <p14:xfrm>
                <a:off x="8275530" y="1054095"/>
                <a:ext cx="112680" cy="123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8945B3-F153-9FA7-0912-961819D15F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69410" y="1047975"/>
                  <a:ext cx="1249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546FFEA-81CF-625B-5E89-68B6C42439E2}"/>
                    </a:ext>
                  </a:extLst>
                </p14:cNvPr>
                <p14:cNvContentPartPr/>
                <p14:nvPr/>
              </p14:nvContentPartPr>
              <p14:xfrm>
                <a:off x="8369850" y="1218615"/>
                <a:ext cx="80640" cy="92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546FFEA-81CF-625B-5E89-68B6C42439E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63730" y="1212495"/>
                  <a:ext cx="928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C915010-0518-2F9C-4366-E69948315F52}"/>
                    </a:ext>
                  </a:extLst>
                </p14:cNvPr>
                <p14:cNvContentPartPr/>
                <p14:nvPr/>
              </p14:nvContentPartPr>
              <p14:xfrm>
                <a:off x="8529330" y="1085415"/>
                <a:ext cx="114120" cy="132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C915010-0518-2F9C-4366-E69948315F5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23210" y="1079295"/>
                  <a:ext cx="1263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DFC7C29-0FA2-3FFC-360F-700FBDC36166}"/>
                    </a:ext>
                  </a:extLst>
                </p14:cNvPr>
                <p14:cNvContentPartPr/>
                <p14:nvPr/>
              </p14:nvContentPartPr>
              <p14:xfrm>
                <a:off x="8635170" y="1139775"/>
                <a:ext cx="124200" cy="113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DFC7C29-0FA2-3FFC-360F-700FBDC3616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29050" y="1133655"/>
                  <a:ext cx="136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C0D4038-41C1-A371-BC44-71117F8E819C}"/>
                    </a:ext>
                  </a:extLst>
                </p14:cNvPr>
                <p14:cNvContentPartPr/>
                <p14:nvPr/>
              </p14:nvContentPartPr>
              <p14:xfrm>
                <a:off x="8591970" y="995415"/>
                <a:ext cx="182880" cy="37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C0D4038-41C1-A371-BC44-71117F8E81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85850" y="989295"/>
                  <a:ext cx="1951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01A2F16-6FC9-3338-0E56-5B2E7F2F4ACD}"/>
                    </a:ext>
                  </a:extLst>
                </p14:cNvPr>
                <p14:cNvContentPartPr/>
                <p14:nvPr/>
              </p14:nvContentPartPr>
              <p14:xfrm>
                <a:off x="8817690" y="1052295"/>
                <a:ext cx="144360" cy="334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01A2F16-6FC9-3338-0E56-5B2E7F2F4AC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11570" y="1046175"/>
                  <a:ext cx="1566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C052D8F-A1EA-AE07-0B8A-D1F96CA50699}"/>
                    </a:ext>
                  </a:extLst>
                </p14:cNvPr>
                <p14:cNvContentPartPr/>
                <p14:nvPr/>
              </p14:nvContentPartPr>
              <p14:xfrm>
                <a:off x="7745250" y="1845015"/>
                <a:ext cx="147960" cy="212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C052D8F-A1EA-AE07-0B8A-D1F96CA5069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39130" y="1838895"/>
                  <a:ext cx="1602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93D3EFA-A332-FE78-5E35-EFB6A496BDD2}"/>
                    </a:ext>
                  </a:extLst>
                </p14:cNvPr>
                <p14:cNvContentPartPr/>
                <p14:nvPr/>
              </p14:nvContentPartPr>
              <p14:xfrm>
                <a:off x="7830930" y="1955895"/>
                <a:ext cx="98280" cy="34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93D3EFA-A332-FE78-5E35-EFB6A496BDD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24810" y="1949775"/>
                  <a:ext cx="110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AECF8EA-21EF-CB37-DA7F-8A6204266FD5}"/>
                    </a:ext>
                  </a:extLst>
                </p14:cNvPr>
                <p14:cNvContentPartPr/>
                <p14:nvPr/>
              </p14:nvContentPartPr>
              <p14:xfrm>
                <a:off x="7817250" y="1861575"/>
                <a:ext cx="232200" cy="79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AECF8EA-21EF-CB37-DA7F-8A6204266FD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11130" y="1855455"/>
                  <a:ext cx="2444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13BB993-7665-33CF-8AE3-2A43032B5172}"/>
                    </a:ext>
                  </a:extLst>
                </p14:cNvPr>
                <p14:cNvContentPartPr/>
                <p14:nvPr/>
              </p14:nvContentPartPr>
              <p14:xfrm>
                <a:off x="8060970" y="2005575"/>
                <a:ext cx="153000" cy="89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13BB993-7665-33CF-8AE3-2A43032B517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54850" y="1999455"/>
                  <a:ext cx="1652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5177FA8-2CC5-2AF3-E9B1-CD7BE7BB0DDD}"/>
                    </a:ext>
                  </a:extLst>
                </p14:cNvPr>
                <p14:cNvContentPartPr/>
                <p14:nvPr/>
              </p14:nvContentPartPr>
              <p14:xfrm>
                <a:off x="8187690" y="2037975"/>
                <a:ext cx="142920" cy="105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5177FA8-2CC5-2AF3-E9B1-CD7BE7BB0DD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81570" y="2031855"/>
                  <a:ext cx="155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96AD9C6-994C-E57E-C3D6-90AF344EFDEB}"/>
                    </a:ext>
                  </a:extLst>
                </p14:cNvPr>
                <p14:cNvContentPartPr/>
                <p14:nvPr/>
              </p14:nvContentPartPr>
              <p14:xfrm>
                <a:off x="8352930" y="2183775"/>
                <a:ext cx="56520" cy="51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96AD9C6-994C-E57E-C3D6-90AF344EFDE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346810" y="2177655"/>
                  <a:ext cx="687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6C31389-C63F-17C4-BCF6-FBD22F19245F}"/>
                    </a:ext>
                  </a:extLst>
                </p14:cNvPr>
                <p14:cNvContentPartPr/>
                <p14:nvPr/>
              </p14:nvContentPartPr>
              <p14:xfrm>
                <a:off x="8286690" y="2192415"/>
                <a:ext cx="21240" cy="33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6C31389-C63F-17C4-BCF6-FBD22F19245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80570" y="2186295"/>
                  <a:ext cx="334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C031E5-23C6-9577-1807-3E324F1A3F62}"/>
                    </a:ext>
                  </a:extLst>
                </p14:cNvPr>
                <p14:cNvContentPartPr/>
                <p14:nvPr/>
              </p14:nvContentPartPr>
              <p14:xfrm>
                <a:off x="8310810" y="2120055"/>
                <a:ext cx="42120" cy="20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C031E5-23C6-9577-1807-3E324F1A3F6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04690" y="2113935"/>
                  <a:ext cx="54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894EFF1-2D04-1617-5A75-606C99D31455}"/>
                    </a:ext>
                  </a:extLst>
                </p14:cNvPr>
                <p14:cNvContentPartPr/>
                <p14:nvPr/>
              </p14:nvContentPartPr>
              <p14:xfrm>
                <a:off x="8473530" y="2109615"/>
                <a:ext cx="118440" cy="122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894EFF1-2D04-1617-5A75-606C99D3145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67410" y="2103495"/>
                  <a:ext cx="130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D0C2467-E155-106D-CF41-8F3B6BEA6024}"/>
                    </a:ext>
                  </a:extLst>
                </p14:cNvPr>
                <p14:cNvContentPartPr/>
                <p14:nvPr/>
              </p14:nvContentPartPr>
              <p14:xfrm>
                <a:off x="8586210" y="2139495"/>
                <a:ext cx="82440" cy="117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D0C2467-E155-106D-CF41-8F3B6BEA602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80090" y="2133375"/>
                  <a:ext cx="946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ED5CFF1-7271-E509-A242-42C84B58FF72}"/>
                    </a:ext>
                  </a:extLst>
                </p14:cNvPr>
                <p14:cNvContentPartPr/>
                <p14:nvPr/>
              </p14:nvContentPartPr>
              <p14:xfrm>
                <a:off x="8553450" y="2052015"/>
                <a:ext cx="169200" cy="68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ED5CFF1-7271-E509-A242-42C84B58FF7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547330" y="2045895"/>
                  <a:ext cx="181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F86E784-4BFC-E6EF-808E-34C5CB86703A}"/>
                    </a:ext>
                  </a:extLst>
                </p14:cNvPr>
                <p14:cNvContentPartPr/>
                <p14:nvPr/>
              </p14:nvContentPartPr>
              <p14:xfrm>
                <a:off x="8673330" y="2302215"/>
                <a:ext cx="38160" cy="45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F86E784-4BFC-E6EF-808E-34C5CB86703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67210" y="2296095"/>
                  <a:ext cx="504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3ABA247-A729-2A68-9C6E-A925A442CEB2}"/>
                    </a:ext>
                  </a:extLst>
                </p14:cNvPr>
                <p14:cNvContentPartPr/>
                <p14:nvPr/>
              </p14:nvContentPartPr>
              <p14:xfrm>
                <a:off x="8706090" y="2235255"/>
                <a:ext cx="50400" cy="22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3ABA247-A729-2A68-9C6E-A925A442CEB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99970" y="2229135"/>
                  <a:ext cx="62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325977B-16CF-F4A9-F355-2B359CA949E4}"/>
                    </a:ext>
                  </a:extLst>
                </p14:cNvPr>
                <p14:cNvContentPartPr/>
                <p14:nvPr/>
              </p14:nvContentPartPr>
              <p14:xfrm>
                <a:off x="8053410" y="1896135"/>
                <a:ext cx="202320" cy="311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325977B-16CF-F4A9-F355-2B359CA949E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47290" y="1890015"/>
                  <a:ext cx="2145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E8EA3E0-7464-4B13-5283-221F91665D2A}"/>
                    </a:ext>
                  </a:extLst>
                </p14:cNvPr>
                <p14:cNvContentPartPr/>
                <p14:nvPr/>
              </p14:nvContentPartPr>
              <p14:xfrm>
                <a:off x="8685570" y="2003415"/>
                <a:ext cx="156240" cy="415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E8EA3E0-7464-4B13-5283-221F91665D2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79450" y="1997295"/>
                  <a:ext cx="16848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2CF9D90-CCA1-91A4-7CA6-5AD21B0BBD85}"/>
                    </a:ext>
                  </a:extLst>
                </p14:cNvPr>
                <p14:cNvContentPartPr/>
                <p14:nvPr/>
              </p14:nvContentPartPr>
              <p14:xfrm>
                <a:off x="6889530" y="1128255"/>
                <a:ext cx="245520" cy="32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2CF9D90-CCA1-91A4-7CA6-5AD21B0BBD8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83410" y="1122135"/>
                  <a:ext cx="257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D14CCC7-D7F6-A8B5-3005-4E3B48963A40}"/>
                    </a:ext>
                  </a:extLst>
                </p14:cNvPr>
                <p14:cNvContentPartPr/>
                <p14:nvPr/>
              </p14:nvContentPartPr>
              <p14:xfrm>
                <a:off x="6892770" y="1200615"/>
                <a:ext cx="270000" cy="21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D14CCC7-D7F6-A8B5-3005-4E3B48963A4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86650" y="1194495"/>
                  <a:ext cx="282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C0114CA-7F5D-93FF-D57C-C45574C0C442}"/>
                    </a:ext>
                  </a:extLst>
                </p14:cNvPr>
                <p14:cNvContentPartPr/>
                <p14:nvPr/>
              </p14:nvContentPartPr>
              <p14:xfrm>
                <a:off x="6903570" y="1280175"/>
                <a:ext cx="225720" cy="16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C0114CA-7F5D-93FF-D57C-C45574C0C44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97450" y="1274055"/>
                  <a:ext cx="237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F59F421-2FFF-E53A-83DB-CB2451691385}"/>
                    </a:ext>
                  </a:extLst>
                </p14:cNvPr>
                <p14:cNvContentPartPr/>
                <p14:nvPr/>
              </p14:nvContentPartPr>
              <p14:xfrm>
                <a:off x="6883050" y="1378095"/>
                <a:ext cx="236520" cy="26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F59F421-2FFF-E53A-83DB-CB24516913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76930" y="1371975"/>
                  <a:ext cx="2487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8BB5DEA-C05D-2B41-A0FE-01DA79A7F3F6}"/>
                    </a:ext>
                  </a:extLst>
                </p14:cNvPr>
                <p14:cNvContentPartPr/>
                <p14:nvPr/>
              </p14:nvContentPartPr>
              <p14:xfrm>
                <a:off x="6938130" y="1491495"/>
                <a:ext cx="195840" cy="238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8BB5DEA-C05D-2B41-A0FE-01DA79A7F3F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932010" y="1485375"/>
                  <a:ext cx="2080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627B652-8C7D-6F94-F031-544255BD093A}"/>
                    </a:ext>
                  </a:extLst>
                </p14:cNvPr>
                <p14:cNvContentPartPr/>
                <p14:nvPr/>
              </p14:nvContentPartPr>
              <p14:xfrm>
                <a:off x="5067570" y="1973895"/>
                <a:ext cx="393120" cy="3103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627B652-8C7D-6F94-F031-544255BD093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61450" y="1967775"/>
                  <a:ext cx="4053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9B85D9C-C7C0-A68A-AB40-31D786794AAD}"/>
                    </a:ext>
                  </a:extLst>
                </p14:cNvPr>
                <p14:cNvContentPartPr/>
                <p14:nvPr/>
              </p14:nvContentPartPr>
              <p14:xfrm>
                <a:off x="4911690" y="1164255"/>
                <a:ext cx="252720" cy="27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9B85D9C-C7C0-A68A-AB40-31D786794AA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05570" y="1158135"/>
                  <a:ext cx="264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8B99D61-1CA2-9F4B-3EDA-6F5894DA1110}"/>
                    </a:ext>
                  </a:extLst>
                </p14:cNvPr>
                <p14:cNvContentPartPr/>
                <p14:nvPr/>
              </p14:nvContentPartPr>
              <p14:xfrm>
                <a:off x="4931130" y="1235175"/>
                <a:ext cx="229320" cy="19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8B99D61-1CA2-9F4B-3EDA-6F5894DA111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25010" y="1229055"/>
                  <a:ext cx="2415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581C9B3-14A1-B649-2184-45109ABBF6C2}"/>
                    </a:ext>
                  </a:extLst>
                </p14:cNvPr>
                <p14:cNvContentPartPr/>
                <p14:nvPr/>
              </p14:nvContentPartPr>
              <p14:xfrm>
                <a:off x="4951290" y="1320495"/>
                <a:ext cx="209880" cy="17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581C9B3-14A1-B649-2184-45109ABBF6C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45170" y="1314375"/>
                  <a:ext cx="2221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AC3DA52-7CDD-FB21-CA10-8AA19486FBFD}"/>
                    </a:ext>
                  </a:extLst>
                </p14:cNvPr>
                <p14:cNvContentPartPr/>
                <p14:nvPr/>
              </p14:nvContentPartPr>
              <p14:xfrm>
                <a:off x="4969290" y="1383855"/>
                <a:ext cx="196920" cy="23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AC3DA52-7CDD-FB21-CA10-8AA19486FBF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63170" y="1377735"/>
                  <a:ext cx="2091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B4C7015-2027-8D48-9449-A6F3B127DDE9}"/>
                    </a:ext>
                  </a:extLst>
                </p14:cNvPr>
                <p14:cNvContentPartPr/>
                <p14:nvPr/>
              </p14:nvContentPartPr>
              <p14:xfrm>
                <a:off x="4986570" y="1468095"/>
                <a:ext cx="193680" cy="23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B4C7015-2027-8D48-9449-A6F3B127DDE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980450" y="1461975"/>
                  <a:ext cx="205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374094A-CFFA-911D-14BC-FDEACD2711C7}"/>
                    </a:ext>
                  </a:extLst>
                </p14:cNvPr>
                <p14:cNvContentPartPr/>
                <p14:nvPr/>
              </p14:nvContentPartPr>
              <p14:xfrm>
                <a:off x="5005290" y="1554855"/>
                <a:ext cx="185400" cy="38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374094A-CFFA-911D-14BC-FDEACD2711C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999170" y="1548735"/>
                  <a:ext cx="1976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1DBD013-F254-9FB9-391B-205DBE315F1F}"/>
                    </a:ext>
                  </a:extLst>
                </p14:cNvPr>
                <p14:cNvContentPartPr/>
                <p14:nvPr/>
              </p14:nvContentPartPr>
              <p14:xfrm>
                <a:off x="5014290" y="1645215"/>
                <a:ext cx="172080" cy="29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1DBD013-F254-9FB9-391B-205DBE315F1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008170" y="1639095"/>
                  <a:ext cx="184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20EC682-9DE7-33A8-14AC-ABB29EC6C5F7}"/>
                    </a:ext>
                  </a:extLst>
                </p14:cNvPr>
                <p14:cNvContentPartPr/>
                <p14:nvPr/>
              </p14:nvContentPartPr>
              <p14:xfrm>
                <a:off x="5027970" y="1715415"/>
                <a:ext cx="176400" cy="36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20EC682-9DE7-33A8-14AC-ABB29EC6C5F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21850" y="1709295"/>
                  <a:ext cx="1886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0101AAF-6E10-B80C-7364-93BB1B5866A2}"/>
                    </a:ext>
                  </a:extLst>
                </p14:cNvPr>
                <p14:cNvContentPartPr/>
                <p14:nvPr/>
              </p14:nvContentPartPr>
              <p14:xfrm>
                <a:off x="5043810" y="1780215"/>
                <a:ext cx="161640" cy="12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0101AAF-6E10-B80C-7364-93BB1B5866A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037690" y="1774095"/>
                  <a:ext cx="1738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BF7B661-2FE3-CA0F-8030-859AADE1BC27}"/>
                    </a:ext>
                  </a:extLst>
                </p14:cNvPr>
                <p14:cNvContentPartPr/>
                <p14:nvPr/>
              </p14:nvContentPartPr>
              <p14:xfrm>
                <a:off x="5215890" y="1257855"/>
                <a:ext cx="389520" cy="100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BF7B661-2FE3-CA0F-8030-859AADE1BC2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209770" y="1251735"/>
                  <a:ext cx="4017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C0EE4FB-5484-90E1-4772-C29C3441EF63}"/>
                    </a:ext>
                  </a:extLst>
                </p14:cNvPr>
                <p14:cNvContentPartPr/>
                <p14:nvPr/>
              </p14:nvContentPartPr>
              <p14:xfrm>
                <a:off x="5008530" y="1153455"/>
                <a:ext cx="130320" cy="158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C0EE4FB-5484-90E1-4772-C29C3441EF6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02410" y="1147335"/>
                  <a:ext cx="142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6AF88D4-1FE5-AE1A-42F5-76B6CC74CC5F}"/>
                    </a:ext>
                  </a:extLst>
                </p14:cNvPr>
                <p14:cNvContentPartPr/>
                <p14:nvPr/>
              </p14:nvContentPartPr>
              <p14:xfrm>
                <a:off x="4975050" y="1261455"/>
                <a:ext cx="186840" cy="194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6AF88D4-1FE5-AE1A-42F5-76B6CC74CC5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68930" y="1255335"/>
                  <a:ext cx="1990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0918FC2-A807-FA31-C7BD-E5C1A06B3037}"/>
                    </a:ext>
                  </a:extLst>
                </p14:cNvPr>
                <p14:cNvContentPartPr/>
                <p14:nvPr/>
              </p14:nvContentPartPr>
              <p14:xfrm>
                <a:off x="5033370" y="1384935"/>
                <a:ext cx="133560" cy="118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B0918FC2-A807-FA31-C7BD-E5C1A06B303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027250" y="1378815"/>
                  <a:ext cx="1458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E66D9BCD-31B8-9FC4-13DA-7AEFBA9B525F}"/>
                    </a:ext>
                  </a:extLst>
                </p14:cNvPr>
                <p14:cNvContentPartPr/>
                <p14:nvPr/>
              </p14:nvContentPartPr>
              <p14:xfrm>
                <a:off x="5021130" y="1503015"/>
                <a:ext cx="136080" cy="212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E66D9BCD-31B8-9FC4-13DA-7AEFBA9B525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015010" y="1496895"/>
                  <a:ext cx="148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EFE2286-8F41-72ED-9096-3C37E85EB474}"/>
                    </a:ext>
                  </a:extLst>
                </p14:cNvPr>
                <p14:cNvContentPartPr/>
                <p14:nvPr/>
              </p14:nvContentPartPr>
              <p14:xfrm>
                <a:off x="5043090" y="1595895"/>
                <a:ext cx="129600" cy="241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EFE2286-8F41-72ED-9096-3C37E85EB47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36970" y="1589775"/>
                  <a:ext cx="141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16BB176-6472-A222-6011-AD565CF04E8B}"/>
                    </a:ext>
                  </a:extLst>
                </p14:cNvPr>
                <p14:cNvContentPartPr/>
                <p14:nvPr/>
              </p14:nvContentPartPr>
              <p14:xfrm>
                <a:off x="5035530" y="1665015"/>
                <a:ext cx="122400" cy="331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16BB176-6472-A222-6011-AD565CF04E8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29410" y="1658895"/>
                  <a:ext cx="1346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B5E3A09-5150-AC10-1441-A66CB19A7C3A}"/>
                    </a:ext>
                  </a:extLst>
                </p14:cNvPr>
                <p14:cNvContentPartPr/>
                <p14:nvPr/>
              </p14:nvContentPartPr>
              <p14:xfrm>
                <a:off x="5043810" y="1717215"/>
                <a:ext cx="74520" cy="396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B5E3A09-5150-AC10-1441-A66CB19A7C3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37690" y="1711095"/>
                  <a:ext cx="867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8593D77-8DBE-6324-5F4B-5427338EA512}"/>
                    </a:ext>
                  </a:extLst>
                </p14:cNvPr>
                <p14:cNvContentPartPr/>
                <p14:nvPr/>
              </p14:nvContentPartPr>
              <p14:xfrm>
                <a:off x="5070090" y="1798575"/>
                <a:ext cx="56160" cy="187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8593D77-8DBE-6324-5F4B-5427338EA51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63970" y="1792455"/>
                  <a:ext cx="684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645DBA7-DB7D-AA2C-AD9B-6ED1802F4F2E}"/>
                    </a:ext>
                  </a:extLst>
                </p14:cNvPr>
                <p14:cNvContentPartPr/>
                <p14:nvPr/>
              </p14:nvContentPartPr>
              <p14:xfrm>
                <a:off x="5106450" y="1813335"/>
                <a:ext cx="26640" cy="118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645DBA7-DB7D-AA2C-AD9B-6ED1802F4F2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100330" y="1807215"/>
                  <a:ext cx="38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1CB872A-5F17-313B-C1D6-7F8A54654DE0}"/>
                    </a:ext>
                  </a:extLst>
                </p14:cNvPr>
                <p14:cNvContentPartPr/>
                <p14:nvPr/>
              </p14:nvContentPartPr>
              <p14:xfrm>
                <a:off x="5025810" y="1306095"/>
                <a:ext cx="103320" cy="342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1CB872A-5F17-313B-C1D6-7F8A54654DE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19690" y="1299975"/>
                  <a:ext cx="115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1C87AF09-E5DC-8796-CB2E-55D5805A909E}"/>
                    </a:ext>
                  </a:extLst>
                </p14:cNvPr>
                <p14:cNvContentPartPr/>
                <p14:nvPr/>
              </p14:nvContentPartPr>
              <p14:xfrm>
                <a:off x="5024010" y="1422015"/>
                <a:ext cx="90720" cy="446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1C87AF09-E5DC-8796-CB2E-55D5805A909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017890" y="1415895"/>
                  <a:ext cx="1029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0B56B105-C0C4-A38C-6CC6-BA6E97511274}"/>
                    </a:ext>
                  </a:extLst>
                </p14:cNvPr>
                <p14:cNvContentPartPr/>
                <p14:nvPr/>
              </p14:nvContentPartPr>
              <p14:xfrm>
                <a:off x="5099250" y="1823775"/>
                <a:ext cx="50400" cy="511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0B56B105-C0C4-A38C-6CC6-BA6E9751127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93130" y="1817655"/>
                  <a:ext cx="62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3B88B24-DE6D-7396-9F26-56C9758CF113}"/>
                    </a:ext>
                  </a:extLst>
                </p14:cNvPr>
                <p14:cNvContentPartPr/>
                <p14:nvPr/>
              </p14:nvContentPartPr>
              <p14:xfrm>
                <a:off x="5737890" y="1091175"/>
                <a:ext cx="28440" cy="571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3B88B24-DE6D-7396-9F26-56C9758CF11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731770" y="1085055"/>
                  <a:ext cx="4068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D0B3870-2871-43CE-20FF-BD9626E3C300}"/>
                    </a:ext>
                  </a:extLst>
                </p14:cNvPr>
                <p14:cNvContentPartPr/>
                <p14:nvPr/>
              </p14:nvContentPartPr>
              <p14:xfrm>
                <a:off x="5774970" y="1085415"/>
                <a:ext cx="378360" cy="276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D0B3870-2871-43CE-20FF-BD9626E3C30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768850" y="1079295"/>
                  <a:ext cx="3906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7353825-932C-72A0-FC65-B271FBC7E648}"/>
                    </a:ext>
                  </a:extLst>
                </p14:cNvPr>
                <p14:cNvContentPartPr/>
                <p14:nvPr/>
              </p14:nvContentPartPr>
              <p14:xfrm>
                <a:off x="5762370" y="1518135"/>
                <a:ext cx="329040" cy="212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7353825-932C-72A0-FC65-B271FBC7E64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56250" y="1512015"/>
                  <a:ext cx="3412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DA73753-9F8F-686D-1DC5-1495A2E9EFAE}"/>
                    </a:ext>
                  </a:extLst>
                </p14:cNvPr>
                <p14:cNvContentPartPr/>
                <p14:nvPr/>
              </p14:nvContentPartPr>
              <p14:xfrm>
                <a:off x="6130290" y="1330935"/>
                <a:ext cx="18360" cy="238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DA73753-9F8F-686D-1DC5-1495A2E9EFA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24170" y="1324815"/>
                  <a:ext cx="306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E0AA1C8-2745-E1D0-BF42-8BAFFA15360E}"/>
                    </a:ext>
                  </a:extLst>
                </p14:cNvPr>
                <p14:cNvContentPartPr/>
                <p14:nvPr/>
              </p14:nvContentPartPr>
              <p14:xfrm>
                <a:off x="6219930" y="1113135"/>
                <a:ext cx="447480" cy="211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E0AA1C8-2745-E1D0-BF42-8BAFFA15360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213810" y="1107015"/>
                  <a:ext cx="4597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11E3350-C31F-0FA7-07FD-1239BFEC2B5F}"/>
                    </a:ext>
                  </a:extLst>
                </p14:cNvPr>
                <p14:cNvContentPartPr/>
                <p14:nvPr/>
              </p14:nvContentPartPr>
              <p14:xfrm>
                <a:off x="6200850" y="1539735"/>
                <a:ext cx="406440" cy="170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11E3350-C31F-0FA7-07FD-1239BFEC2B5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194730" y="1533615"/>
                  <a:ext cx="418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3D970E9-CF31-61DD-C0B3-2EF62A6275A2}"/>
                    </a:ext>
                  </a:extLst>
                </p14:cNvPr>
                <p14:cNvContentPartPr/>
                <p14:nvPr/>
              </p14:nvContentPartPr>
              <p14:xfrm>
                <a:off x="6642570" y="1157055"/>
                <a:ext cx="33480" cy="558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3D970E9-CF31-61DD-C0B3-2EF62A6275A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636450" y="1150935"/>
                  <a:ext cx="4572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A1E082F-09E2-96A3-48A8-3D7828999E58}"/>
                    </a:ext>
                  </a:extLst>
                </p14:cNvPr>
                <p14:cNvContentPartPr/>
                <p14:nvPr/>
              </p14:nvContentPartPr>
              <p14:xfrm>
                <a:off x="5454930" y="1672935"/>
                <a:ext cx="128880" cy="177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A1E082F-09E2-96A3-48A8-3D7828999E5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448810" y="1666815"/>
                  <a:ext cx="141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90FA5B1-41AC-9939-57AB-D473454C15A9}"/>
                    </a:ext>
                  </a:extLst>
                </p14:cNvPr>
                <p14:cNvContentPartPr/>
                <p14:nvPr/>
              </p14:nvContentPartPr>
              <p14:xfrm>
                <a:off x="5651490" y="1593375"/>
                <a:ext cx="30600" cy="34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90FA5B1-41AC-9939-57AB-D473454C15A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645370" y="1587255"/>
                  <a:ext cx="42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131BA32-D4A7-C861-D9C6-5B9AF9C3A227}"/>
                    </a:ext>
                  </a:extLst>
                </p14:cNvPr>
                <p14:cNvContentPartPr/>
                <p14:nvPr/>
              </p14:nvContentPartPr>
              <p14:xfrm>
                <a:off x="5813850" y="1555575"/>
                <a:ext cx="27720" cy="4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131BA32-D4A7-C861-D9C6-5B9AF9C3A22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807730" y="1549455"/>
                  <a:ext cx="399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38594AE2-865F-82CE-4D9A-E9F981DDFD6E}"/>
                    </a:ext>
                  </a:extLst>
                </p14:cNvPr>
                <p14:cNvContentPartPr/>
                <p14:nvPr/>
              </p14:nvContentPartPr>
              <p14:xfrm>
                <a:off x="6115530" y="1395375"/>
                <a:ext cx="2880" cy="313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38594AE2-865F-82CE-4D9A-E9F981DDFD6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09410" y="1389255"/>
                  <a:ext cx="151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F63A3E8-381A-562C-6BEB-7120B1FCAC90}"/>
                    </a:ext>
                  </a:extLst>
                </p14:cNvPr>
                <p14:cNvContentPartPr/>
                <p14:nvPr/>
              </p14:nvContentPartPr>
              <p14:xfrm>
                <a:off x="6119490" y="1307895"/>
                <a:ext cx="47520" cy="2437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F63A3E8-381A-562C-6BEB-7120B1FCAC9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113370" y="1301775"/>
                  <a:ext cx="597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5547065-F8BD-3CB2-644F-BF3D6D1405D9}"/>
                    </a:ext>
                  </a:extLst>
                </p14:cNvPr>
                <p14:cNvContentPartPr/>
                <p14:nvPr/>
              </p14:nvContentPartPr>
              <p14:xfrm>
                <a:off x="6115890" y="1334175"/>
                <a:ext cx="23760" cy="1519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5547065-F8BD-3CB2-644F-BF3D6D1405D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109770" y="1328055"/>
                  <a:ext cx="360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23C2C27E-6622-64D0-B7B6-7E52A44B5E8F}"/>
                    </a:ext>
                  </a:extLst>
                </p14:cNvPr>
                <p14:cNvContentPartPr/>
                <p14:nvPr/>
              </p14:nvContentPartPr>
              <p14:xfrm>
                <a:off x="6124530" y="770415"/>
                <a:ext cx="79200" cy="2962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23C2C27E-6622-64D0-B7B6-7E52A44B5E8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118410" y="764295"/>
                  <a:ext cx="914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9C271B1-93E5-4AB1-0425-0FD22F2B1EBA}"/>
                    </a:ext>
                  </a:extLst>
                </p14:cNvPr>
                <p14:cNvContentPartPr/>
                <p14:nvPr/>
              </p14:nvContentPartPr>
              <p14:xfrm>
                <a:off x="6233250" y="1078575"/>
                <a:ext cx="6480" cy="50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9C271B1-93E5-4AB1-0425-0FD22F2B1EB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227130" y="1072455"/>
                  <a:ext cx="187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84512A4-C867-154F-C7DF-77B7A6D2B45D}"/>
                    </a:ext>
                  </a:extLst>
                </p14:cNvPr>
                <p14:cNvContentPartPr/>
                <p14:nvPr/>
              </p14:nvContentPartPr>
              <p14:xfrm>
                <a:off x="6169890" y="1072095"/>
                <a:ext cx="11880" cy="100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84512A4-C867-154F-C7DF-77B7A6D2B45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163770" y="1065975"/>
                  <a:ext cx="241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0FB7CB9-0715-E8C3-E308-CB6CCF1F6007}"/>
                    </a:ext>
                  </a:extLst>
                </p14:cNvPr>
                <p14:cNvContentPartPr/>
                <p14:nvPr/>
              </p14:nvContentPartPr>
              <p14:xfrm>
                <a:off x="5121210" y="2143455"/>
                <a:ext cx="207000" cy="32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0FB7CB9-0715-E8C3-E308-CB6CCF1F600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15090" y="2137335"/>
                  <a:ext cx="219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5C8E106-70F6-E153-D027-4D5829D34384}"/>
                    </a:ext>
                  </a:extLst>
                </p14:cNvPr>
                <p14:cNvContentPartPr/>
                <p14:nvPr/>
              </p14:nvContentPartPr>
              <p14:xfrm>
                <a:off x="5366370" y="2032215"/>
                <a:ext cx="22680" cy="74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5C8E106-70F6-E153-D027-4D5829D3438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60250" y="2026095"/>
                  <a:ext cx="34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1513C88-7D3D-2111-1CAC-2ABFF93B6F6E}"/>
                    </a:ext>
                  </a:extLst>
                </p14:cNvPr>
                <p14:cNvContentPartPr/>
                <p14:nvPr/>
              </p14:nvContentPartPr>
              <p14:xfrm>
                <a:off x="5155770" y="2144175"/>
                <a:ext cx="113040" cy="378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1513C88-7D3D-2111-1CAC-2ABFF93B6F6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149650" y="2138055"/>
                  <a:ext cx="1252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5A58355-A1CE-B537-7D93-1159DAC1C829}"/>
                    </a:ext>
                  </a:extLst>
                </p14:cNvPr>
                <p14:cNvContentPartPr/>
                <p14:nvPr/>
              </p14:nvContentPartPr>
              <p14:xfrm>
                <a:off x="5113290" y="2147775"/>
                <a:ext cx="3114360" cy="17830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5A58355-A1CE-B537-7D93-1159DAC1C82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107170" y="2141655"/>
                  <a:ext cx="3126600" cy="179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B2DC2793-4AC8-1829-F424-EDC95AAE8D6B}"/>
              </a:ext>
            </a:extLst>
          </p:cNvPr>
          <p:cNvGrpSpPr/>
          <p:nvPr/>
        </p:nvGrpSpPr>
        <p:grpSpPr>
          <a:xfrm>
            <a:off x="2189370" y="4443135"/>
            <a:ext cx="878760" cy="124560"/>
            <a:chOff x="2189370" y="4443135"/>
            <a:chExt cx="878760" cy="12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EDF6E5A-EAD4-0178-6A77-8FFAEA4AAF79}"/>
                    </a:ext>
                  </a:extLst>
                </p14:cNvPr>
                <p14:cNvContentPartPr/>
                <p14:nvPr/>
              </p14:nvContentPartPr>
              <p14:xfrm>
                <a:off x="2189370" y="4443135"/>
                <a:ext cx="878760" cy="270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EDF6E5A-EAD4-0178-6A77-8FFAEA4AAF7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183250" y="4437015"/>
                  <a:ext cx="891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F04733A7-3171-D63E-0CD9-544E0BBC753C}"/>
                    </a:ext>
                  </a:extLst>
                </p14:cNvPr>
                <p14:cNvContentPartPr/>
                <p14:nvPr/>
              </p14:nvContentPartPr>
              <p14:xfrm>
                <a:off x="2363610" y="4524855"/>
                <a:ext cx="540360" cy="428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F04733A7-3171-D63E-0CD9-544E0BBC753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357490" y="4518735"/>
                  <a:ext cx="55260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AD11EA58-57E7-ABEC-7F92-839262BA46EC}"/>
              </a:ext>
            </a:extLst>
          </p:cNvPr>
          <p:cNvGrpSpPr/>
          <p:nvPr/>
        </p:nvGrpSpPr>
        <p:grpSpPr>
          <a:xfrm>
            <a:off x="5525130" y="2400495"/>
            <a:ext cx="2332080" cy="1512720"/>
            <a:chOff x="5525130" y="2400495"/>
            <a:chExt cx="2332080" cy="151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B827EBB8-B58F-4A5D-BBB5-B71C8F531514}"/>
                    </a:ext>
                  </a:extLst>
                </p14:cNvPr>
                <p14:cNvContentPartPr/>
                <p14:nvPr/>
              </p14:nvContentPartPr>
              <p14:xfrm>
                <a:off x="7628610" y="2907375"/>
                <a:ext cx="228600" cy="198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B827EBB8-B58F-4A5D-BBB5-B71C8F53151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622490" y="2901255"/>
                  <a:ext cx="240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8935F67D-FAAE-E0CB-90B4-15EEF3B76C50}"/>
                    </a:ext>
                  </a:extLst>
                </p14:cNvPr>
                <p14:cNvContentPartPr/>
                <p14:nvPr/>
              </p14:nvContentPartPr>
              <p14:xfrm>
                <a:off x="7590810" y="3364575"/>
                <a:ext cx="170280" cy="187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8935F67D-FAAE-E0CB-90B4-15EEF3B76C5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584690" y="3358455"/>
                  <a:ext cx="182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A6765513-105E-9F95-29E3-9318FBBCF079}"/>
                    </a:ext>
                  </a:extLst>
                </p14:cNvPr>
                <p14:cNvContentPartPr/>
                <p14:nvPr/>
              </p14:nvContentPartPr>
              <p14:xfrm>
                <a:off x="5752650" y="2516775"/>
                <a:ext cx="1814040" cy="13964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A6765513-105E-9F95-29E3-9318FBBCF07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746530" y="2510655"/>
                  <a:ext cx="1826280" cy="14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864D3825-A812-FF46-4E12-687DBF5124BE}"/>
                    </a:ext>
                  </a:extLst>
                </p14:cNvPr>
                <p14:cNvContentPartPr/>
                <p14:nvPr/>
              </p14:nvContentPartPr>
              <p14:xfrm>
                <a:off x="5525130" y="2400495"/>
                <a:ext cx="2023560" cy="14328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864D3825-A812-FF46-4E12-687DBF5124B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519010" y="2394375"/>
                  <a:ext cx="2035800" cy="144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59E77250-AF75-A24B-0F29-B8D54475356E}"/>
              </a:ext>
            </a:extLst>
          </p:cNvPr>
          <p:cNvGrpSpPr/>
          <p:nvPr/>
        </p:nvGrpSpPr>
        <p:grpSpPr>
          <a:xfrm>
            <a:off x="2159850" y="4158735"/>
            <a:ext cx="743760" cy="156960"/>
            <a:chOff x="2159850" y="4158735"/>
            <a:chExt cx="743760" cy="15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15167D7-AC6B-F42F-FCEB-1F13BE611D1E}"/>
                    </a:ext>
                  </a:extLst>
                </p14:cNvPr>
                <p14:cNvContentPartPr/>
                <p14:nvPr/>
              </p14:nvContentPartPr>
              <p14:xfrm>
                <a:off x="2159850" y="4188255"/>
                <a:ext cx="682200" cy="1274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15167D7-AC6B-F42F-FCEB-1F13BE611D1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153730" y="4182135"/>
                  <a:ext cx="6944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E8D39B79-CBF5-9AC3-4E9B-23563103B73A}"/>
                    </a:ext>
                  </a:extLst>
                </p14:cNvPr>
                <p14:cNvContentPartPr/>
                <p14:nvPr/>
              </p14:nvContentPartPr>
              <p14:xfrm>
                <a:off x="2264610" y="4158735"/>
                <a:ext cx="639000" cy="3492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E8D39B79-CBF5-9AC3-4E9B-23563103B73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258490" y="4152615"/>
                  <a:ext cx="651240" cy="47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20569f7507_1_196"/>
          <p:cNvSpPr txBox="1"/>
          <p:nvPr/>
        </p:nvSpPr>
        <p:spPr>
          <a:xfrm>
            <a:off x="251252" y="1114299"/>
            <a:ext cx="864149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GANs</a:t>
            </a:r>
            <a:endParaRPr sz="21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- ver colab</a:t>
            </a:r>
            <a:endParaRPr sz="21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6" name="Google Shape;296;g220569f7507_1_196"/>
          <p:cNvSpPr/>
          <p:nvPr/>
        </p:nvSpPr>
        <p:spPr>
          <a:xfrm>
            <a:off x="2450749" y="1972520"/>
            <a:ext cx="400013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https://github.com/Yangyangii/GAN-Tutorial</a:t>
            </a:r>
            <a:endParaRPr sz="1100" dirty="0"/>
          </a:p>
        </p:txBody>
      </p:sp>
      <p:sp>
        <p:nvSpPr>
          <p:cNvPr id="297" name="Google Shape;297;g220569f7507_1_196"/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98" name="Google Shape;298;g220569f7507_1_196"/>
          <p:cNvSpPr txBox="1"/>
          <p:nvPr/>
        </p:nvSpPr>
        <p:spPr>
          <a:xfrm>
            <a:off x="4450816" y="4155548"/>
            <a:ext cx="46958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https://github.com/hindupuravinash/the-gan-zoo</a:t>
            </a:r>
            <a:endParaRPr sz="1100" dirty="0"/>
          </a:p>
        </p:txBody>
      </p:sp>
      <p:sp>
        <p:nvSpPr>
          <p:cNvPr id="299" name="Google Shape;299;g220569f7507_1_196"/>
          <p:cNvSpPr txBox="1"/>
          <p:nvPr/>
        </p:nvSpPr>
        <p:spPr>
          <a:xfrm>
            <a:off x="87424" y="3893847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https://arxiv.org/abs/1606.03498</a:t>
            </a:r>
            <a:endParaRPr dirty="0"/>
          </a:p>
        </p:txBody>
      </p:sp>
      <p:sp>
        <p:nvSpPr>
          <p:cNvPr id="300" name="Google Shape;300;g220569f7507_1_196"/>
          <p:cNvSpPr txBox="1"/>
          <p:nvPr/>
        </p:nvSpPr>
        <p:spPr>
          <a:xfrm>
            <a:off x="120325" y="3049798"/>
            <a:ext cx="2414834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How to train GANs: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52BA9D1-0C1A-6AF6-A3CD-CDB983D8E434}"/>
              </a:ext>
            </a:extLst>
          </p:cNvPr>
          <p:cNvSpPr txBox="1"/>
          <p:nvPr/>
        </p:nvSpPr>
        <p:spPr>
          <a:xfrm>
            <a:off x="87424" y="3565447"/>
            <a:ext cx="332765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</a:defRPr>
            </a:lvl1pPr>
          </a:lstStyle>
          <a:p>
            <a:r>
              <a:rPr lang="es-AR" dirty="0"/>
              <a:t>https://neptune.ai/blog/gan-loss-functions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1A771BC-9320-4477-D4CE-E48E835C0A6D}"/>
              </a:ext>
            </a:extLst>
          </p:cNvPr>
          <p:cNvSpPr txBox="1"/>
          <p:nvPr/>
        </p:nvSpPr>
        <p:spPr>
          <a:xfrm>
            <a:off x="4450816" y="3529259"/>
            <a:ext cx="3680827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</a:defRPr>
            </a:lvl1pPr>
          </a:lstStyle>
          <a:p>
            <a:r>
              <a:rPr lang="es-AR" dirty="0"/>
              <a:t>https://docs.pytorch.org/tutorials/beginner/dcgan_faces_tutorial.html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65C14E4-B3EF-D19C-1D43-2D916429F03D}"/>
              </a:ext>
            </a:extLst>
          </p:cNvPr>
          <p:cNvSpPr txBox="1"/>
          <p:nvPr/>
        </p:nvSpPr>
        <p:spPr>
          <a:xfrm>
            <a:off x="4450816" y="4472539"/>
            <a:ext cx="469318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None/>
              <a:defRPr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</a:defRPr>
            </a:lvl1pPr>
          </a:lstStyle>
          <a:p>
            <a:r>
              <a:rPr lang="es-AR" dirty="0"/>
              <a:t>https://github.com/nashory/gans-awesome-applications</a:t>
            </a:r>
          </a:p>
        </p:txBody>
      </p:sp>
      <p:sp>
        <p:nvSpPr>
          <p:cNvPr id="8" name="Google Shape;300;g220569f7507_1_196">
            <a:extLst>
              <a:ext uri="{FF2B5EF4-FFF2-40B4-BE49-F238E27FC236}">
                <a16:creationId xmlns:a16="http://schemas.microsoft.com/office/drawing/2014/main" id="{6512D101-6837-A73E-D75D-958F6A99344A}"/>
              </a:ext>
            </a:extLst>
          </p:cNvPr>
          <p:cNvSpPr txBox="1"/>
          <p:nvPr/>
        </p:nvSpPr>
        <p:spPr>
          <a:xfrm>
            <a:off x="5468807" y="2979754"/>
            <a:ext cx="2414834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 sobre GANs: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79F49-D78E-CC45-08B2-8B5CF4768294}"/>
              </a:ext>
            </a:extLst>
          </p:cNvPr>
          <p:cNvSpPr txBox="1"/>
          <p:nvPr/>
        </p:nvSpPr>
        <p:spPr>
          <a:xfrm>
            <a:off x="120325" y="4204101"/>
            <a:ext cx="320676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</a:defRPr>
            </a:lvl1pPr>
          </a:lstStyle>
          <a:p>
            <a:r>
              <a:rPr lang="es-AR" dirty="0"/>
              <a:t>https://github.com/soumith/ganhacks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B8CC89-ED55-C9D3-89AC-203C814D0040}"/>
              </a:ext>
            </a:extLst>
          </p:cNvPr>
          <p:cNvSpPr txBox="1"/>
          <p:nvPr/>
        </p:nvSpPr>
        <p:spPr>
          <a:xfrm>
            <a:off x="120324" y="4517436"/>
            <a:ext cx="3449141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</a:defRPr>
            </a:lvl1pPr>
          </a:lstStyle>
          <a:p>
            <a:r>
              <a:rPr lang="es-AR" dirty="0"/>
              <a:t>https://dropsofai.com/best-practices-for-training-stable-gans/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921</Words>
  <Application>Microsoft Office PowerPoint</Application>
  <PresentationFormat>On-screen Show (16:9)</PresentationFormat>
  <Paragraphs>161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Times New Roman</vt:lpstr>
      <vt:lpstr>Roboto</vt:lpstr>
      <vt:lpstr>Twentieth Century</vt:lpstr>
      <vt:lpstr>Material</vt:lpstr>
      <vt:lpstr>Aprendizaje Profundo</vt:lpstr>
      <vt:lpstr>TRANSFER LEARNING GENERATIVE ADVERSARIAL NETWORKS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Marcos Maillot</cp:lastModifiedBy>
  <cp:revision>6</cp:revision>
  <dcterms:modified xsi:type="dcterms:W3CDTF">2025-08-19T23:49:54Z</dcterms:modified>
</cp:coreProperties>
</file>