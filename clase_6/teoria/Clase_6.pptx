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1" r:id="rId19"/>
    <p:sldId id="292" r:id="rId20"/>
    <p:sldId id="293" r:id="rId21"/>
    <p:sldId id="294" r:id="rId22"/>
    <p:sldId id="272" r:id="rId23"/>
    <p:sldId id="295" r:id="rId24"/>
    <p:sldId id="296" r:id="rId25"/>
    <p:sldId id="279" r:id="rId26"/>
    <p:sldId id="273" r:id="rId27"/>
    <p:sldId id="275" r:id="rId28"/>
    <p:sldId id="276" r:id="rId29"/>
    <p:sldId id="277" r:id="rId30"/>
    <p:sldId id="278" r:id="rId31"/>
    <p:sldId id="290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43qeBuG6xuqWiq1Kh9QyGOyI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4885A-7552-472D-840C-9CF2BF35DFDB}" v="20" dt="2025-08-06T01:07:04.231"/>
  </p1510:revLst>
</p1510:revInfo>
</file>

<file path=ppt/tableStyles.xml><?xml version="1.0" encoding="utf-8"?>
<a:tblStyleLst xmlns:a="http://schemas.openxmlformats.org/drawingml/2006/main" def="{D3E55744-8061-4CE5-AF87-22040F36E0A0}">
  <a:tblStyle styleId="{D3E55744-8061-4CE5-AF87-22040F36E0A0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6E8"/>
          </a:solidFill>
        </a:fill>
      </a:tcStyle>
    </a:wholeTbl>
    <a:band1H>
      <a:tcTxStyle/>
      <a:tcStyle>
        <a:tcBdr/>
        <a:fill>
          <a:solidFill>
            <a:srgbClr val="DDED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ED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EFA4B2-A90F-452C-A374-82A2C123D84D}" styleName="Table_1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98" y="-5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EE2FC811-F246-4E28-936B-C5BA500BDF68}"/>
    <pc:docChg chg="undo custSel addSld modSld sldOrd">
      <pc:chgData name="Marcos Maillot" userId="fa14b39d-e966-4ebb-a436-4f96f84b9577" providerId="ADAL" clId="{EE2FC811-F246-4E28-936B-C5BA500BDF68}" dt="2024-10-01T23:23:19.274" v="36"/>
      <pc:docMkLst>
        <pc:docMk/>
      </pc:docMkLst>
      <pc:sldChg chg="modSp mod">
        <pc:chgData name="Marcos Maillot" userId="fa14b39d-e966-4ebb-a436-4f96f84b9577" providerId="ADAL" clId="{EE2FC811-F246-4E28-936B-C5BA500BDF68}" dt="2024-10-01T16:27:37.771" v="3" actId="14100"/>
        <pc:sldMkLst>
          <pc:docMk/>
          <pc:sldMk cId="0" sldId="263"/>
        </pc:sldMkLst>
      </pc:sldChg>
      <pc:sldChg chg="modSp mod">
        <pc:chgData name="Marcos Maillot" userId="fa14b39d-e966-4ebb-a436-4f96f84b9577" providerId="ADAL" clId="{EE2FC811-F246-4E28-936B-C5BA500BDF68}" dt="2024-10-01T16:28:12.091" v="11" actId="5793"/>
        <pc:sldMkLst>
          <pc:docMk/>
          <pc:sldMk cId="0" sldId="272"/>
        </pc:sldMkLst>
      </pc:sldChg>
      <pc:sldChg chg="modSp mod">
        <pc:chgData name="Marcos Maillot" userId="fa14b39d-e966-4ebb-a436-4f96f84b9577" providerId="ADAL" clId="{EE2FC811-F246-4E28-936B-C5BA500BDF68}" dt="2024-10-01T23:22:22.814" v="15" actId="27636"/>
        <pc:sldMkLst>
          <pc:docMk/>
          <pc:sldMk cId="0" sldId="273"/>
        </pc:sldMkLst>
      </pc:sldChg>
      <pc:sldChg chg="ord">
        <pc:chgData name="Marcos Maillot" userId="fa14b39d-e966-4ebb-a436-4f96f84b9577" providerId="ADAL" clId="{EE2FC811-F246-4E28-936B-C5BA500BDF68}" dt="2024-10-01T23:21:50.675" v="13"/>
        <pc:sldMkLst>
          <pc:docMk/>
          <pc:sldMk cId="0" sldId="279"/>
        </pc:sldMkLst>
      </pc:sldChg>
      <pc:sldChg chg="addSp delSp modSp add mod">
        <pc:chgData name="Marcos Maillot" userId="fa14b39d-e966-4ebb-a436-4f96f84b9577" providerId="ADAL" clId="{EE2FC811-F246-4E28-936B-C5BA500BDF68}" dt="2024-10-01T23:23:19.274" v="36"/>
        <pc:sldMkLst>
          <pc:docMk/>
          <pc:sldMk cId="2515468531" sldId="290"/>
        </pc:sldMkLst>
      </pc:sldChg>
    </pc:docChg>
  </pc:docChgLst>
  <pc:docChgLst>
    <pc:chgData name="Marcos Maillot" userId="fa14b39d-e966-4ebb-a436-4f96f84b9577" providerId="ADAL" clId="{8ACB5DE9-95AA-4FA1-BB62-A7FBF6739BEF}"/>
    <pc:docChg chg="custSel modSld">
      <pc:chgData name="Marcos Maillot" userId="fa14b39d-e966-4ebb-a436-4f96f84b9577" providerId="ADAL" clId="{8ACB5DE9-95AA-4FA1-BB62-A7FBF6739BEF}" dt="2024-08-03T00:55:09.122" v="28" actId="14100"/>
      <pc:docMkLst>
        <pc:docMk/>
      </pc:docMkLst>
      <pc:sldChg chg="modSp mod">
        <pc:chgData name="Marcos Maillot" userId="fa14b39d-e966-4ebb-a436-4f96f84b9577" providerId="ADAL" clId="{8ACB5DE9-95AA-4FA1-BB62-A7FBF6739BEF}" dt="2024-08-02T21:05:36.646" v="10" actId="20577"/>
        <pc:sldMkLst>
          <pc:docMk/>
          <pc:sldMk cId="0" sldId="256"/>
        </pc:sldMkLst>
      </pc:sldChg>
      <pc:sldChg chg="modSp mod">
        <pc:chgData name="Marcos Maillot" userId="fa14b39d-e966-4ebb-a436-4f96f84b9577" providerId="ADAL" clId="{8ACB5DE9-95AA-4FA1-BB62-A7FBF6739BEF}" dt="2024-08-02T21:06:30.023" v="23" actId="14100"/>
        <pc:sldMkLst>
          <pc:docMk/>
          <pc:sldMk cId="0" sldId="277"/>
        </pc:sldMkLst>
      </pc:sldChg>
      <pc:sldChg chg="addSp delSp modSp mod">
        <pc:chgData name="Marcos Maillot" userId="fa14b39d-e966-4ebb-a436-4f96f84b9577" providerId="ADAL" clId="{8ACB5DE9-95AA-4FA1-BB62-A7FBF6739BEF}" dt="2024-08-03T00:55:09.122" v="28" actId="14100"/>
        <pc:sldMkLst>
          <pc:docMk/>
          <pc:sldMk cId="0" sldId="289"/>
        </pc:sldMkLst>
      </pc:sldChg>
    </pc:docChg>
  </pc:docChgLst>
  <pc:docChgLst>
    <pc:chgData name="Marcos Maillot" userId="fa14b39d-e966-4ebb-a436-4f96f84b9577" providerId="ADAL" clId="{1E84885A-7552-472D-840C-9CF2BF35DFDB}"/>
    <pc:docChg chg="custSel modSld">
      <pc:chgData name="Marcos Maillot" userId="fa14b39d-e966-4ebb-a436-4f96f84b9577" providerId="ADAL" clId="{1E84885A-7552-472D-840C-9CF2BF35DFDB}" dt="2025-08-06T01:07:04.230" v="99"/>
      <pc:docMkLst>
        <pc:docMk/>
      </pc:docMkLst>
      <pc:sldChg chg="addSp delSp modSp mod">
        <pc:chgData name="Marcos Maillot" userId="fa14b39d-e966-4ebb-a436-4f96f84b9577" providerId="ADAL" clId="{1E84885A-7552-472D-840C-9CF2BF35DFDB}" dt="2025-08-06T01:07:04.230" v="99"/>
        <pc:sldMkLst>
          <pc:docMk/>
          <pc:sldMk cId="0" sldId="285"/>
        </pc:sldMkLst>
        <pc:grpChg chg="mod">
          <ac:chgData name="Marcos Maillot" userId="fa14b39d-e966-4ebb-a436-4f96f84b9577" providerId="ADAL" clId="{1E84885A-7552-472D-840C-9CF2BF35DFDB}" dt="2025-08-06T01:06:49.097" v="89"/>
          <ac:grpSpMkLst>
            <pc:docMk/>
            <pc:sldMk cId="0" sldId="285"/>
            <ac:grpSpMk id="6" creationId="{758CD048-FFA4-9894-E7C0-8457950C5B02}"/>
          </ac:grpSpMkLst>
        </pc:grpChg>
        <pc:grpChg chg="mod">
          <ac:chgData name="Marcos Maillot" userId="fa14b39d-e966-4ebb-a436-4f96f84b9577" providerId="ADAL" clId="{1E84885A-7552-472D-840C-9CF2BF35DFDB}" dt="2025-08-06T01:07:04.230" v="99"/>
          <ac:grpSpMkLst>
            <pc:docMk/>
            <pc:sldMk cId="0" sldId="285"/>
            <ac:grpSpMk id="15" creationId="{28889A49-5EF9-E12C-E967-7AD063E5145F}"/>
          </ac:grpSpMkLst>
        </pc:grpChg>
        <pc:inkChg chg="add del">
          <ac:chgData name="Marcos Maillot" userId="fa14b39d-e966-4ebb-a436-4f96f84b9577" providerId="ADAL" clId="{1E84885A-7552-472D-840C-9CF2BF35DFDB}" dt="2025-08-06T01:06:40.704" v="86"/>
          <ac:inkMkLst>
            <pc:docMk/>
            <pc:sldMk cId="0" sldId="285"/>
            <ac:inkMk id="2" creationId="{12E74FCD-FDC5-759F-71E9-4881CD5C681F}"/>
          </ac:inkMkLst>
        </pc:inkChg>
        <pc:inkChg chg="add">
          <ac:chgData name="Marcos Maillot" userId="fa14b39d-e966-4ebb-a436-4f96f84b9577" providerId="ADAL" clId="{1E84885A-7552-472D-840C-9CF2BF35DFDB}" dt="2025-08-06T01:06:40.704" v="86"/>
          <ac:inkMkLst>
            <pc:docMk/>
            <pc:sldMk cId="0" sldId="285"/>
            <ac:inkMk id="3" creationId="{6E22F2DF-6723-A24B-2D8C-CCDA2641AF23}"/>
          </ac:inkMkLst>
        </pc:inkChg>
        <pc:inkChg chg="add mod">
          <ac:chgData name="Marcos Maillot" userId="fa14b39d-e966-4ebb-a436-4f96f84b9577" providerId="ADAL" clId="{1E84885A-7552-472D-840C-9CF2BF35DFDB}" dt="2025-08-06T01:06:49.097" v="89"/>
          <ac:inkMkLst>
            <pc:docMk/>
            <pc:sldMk cId="0" sldId="285"/>
            <ac:inkMk id="4" creationId="{B33276FF-2430-5846-0B5E-2FA0640B1AE0}"/>
          </ac:inkMkLst>
        </pc:inkChg>
        <pc:inkChg chg="add mod">
          <ac:chgData name="Marcos Maillot" userId="fa14b39d-e966-4ebb-a436-4f96f84b9577" providerId="ADAL" clId="{1E84885A-7552-472D-840C-9CF2BF35DFDB}" dt="2025-08-06T01:06:49.097" v="89"/>
          <ac:inkMkLst>
            <pc:docMk/>
            <pc:sldMk cId="0" sldId="285"/>
            <ac:inkMk id="5" creationId="{9DA9DCCB-1942-C6EF-857C-3069501DB955}"/>
          </ac:inkMkLst>
        </pc:inkChg>
        <pc:inkChg chg="add">
          <ac:chgData name="Marcos Maillot" userId="fa14b39d-e966-4ebb-a436-4f96f84b9577" providerId="ADAL" clId="{1E84885A-7552-472D-840C-9CF2BF35DFDB}" dt="2025-08-06T01:06:54.336" v="90" actId="9405"/>
          <ac:inkMkLst>
            <pc:docMk/>
            <pc:sldMk cId="0" sldId="285"/>
            <ac:inkMk id="7" creationId="{0FE5F255-1F1C-DCF8-CAEE-5567C6A5E19B}"/>
          </ac:inkMkLst>
        </pc:inkChg>
        <pc:inkChg chg="add del">
          <ac:chgData name="Marcos Maillot" userId="fa14b39d-e966-4ebb-a436-4f96f84b9577" providerId="ADAL" clId="{1E84885A-7552-472D-840C-9CF2BF35DFDB}" dt="2025-08-06T01:06:56.820" v="92"/>
          <ac:inkMkLst>
            <pc:docMk/>
            <pc:sldMk cId="0" sldId="285"/>
            <ac:inkMk id="8" creationId="{FA364CE8-A3CA-4409-B018-390AC74A113C}"/>
          </ac:inkMkLst>
        </pc:inkChg>
        <pc:inkChg chg="add mod">
          <ac:chgData name="Marcos Maillot" userId="fa14b39d-e966-4ebb-a436-4f96f84b9577" providerId="ADAL" clId="{1E84885A-7552-472D-840C-9CF2BF35DFDB}" dt="2025-08-06T01:06:58.344" v="93"/>
          <ac:inkMkLst>
            <pc:docMk/>
            <pc:sldMk cId="0" sldId="285"/>
            <ac:inkMk id="9" creationId="{7639F04C-BBC4-0C61-72E9-98EB66BE33AA}"/>
          </ac:inkMkLst>
        </pc:inkChg>
        <pc:inkChg chg="add">
          <ac:chgData name="Marcos Maillot" userId="fa14b39d-e966-4ebb-a436-4f96f84b9577" providerId="ADAL" clId="{1E84885A-7552-472D-840C-9CF2BF35DFDB}" dt="2025-08-06T01:06:58.919" v="94" actId="9405"/>
          <ac:inkMkLst>
            <pc:docMk/>
            <pc:sldMk cId="0" sldId="285"/>
            <ac:inkMk id="10" creationId="{976C2998-CBB3-091B-EC9D-A54147A09367}"/>
          </ac:inkMkLst>
        </pc:inkChg>
        <pc:inkChg chg="add mod">
          <ac:chgData name="Marcos Maillot" userId="fa14b39d-e966-4ebb-a436-4f96f84b9577" providerId="ADAL" clId="{1E84885A-7552-472D-840C-9CF2BF35DFDB}" dt="2025-08-06T01:07:04.230" v="99"/>
          <ac:inkMkLst>
            <pc:docMk/>
            <pc:sldMk cId="0" sldId="285"/>
            <ac:inkMk id="11" creationId="{F7F3E7B2-4409-818E-9DE1-8FC115BB99F5}"/>
          </ac:inkMkLst>
        </pc:inkChg>
        <pc:inkChg chg="add mod">
          <ac:chgData name="Marcos Maillot" userId="fa14b39d-e966-4ebb-a436-4f96f84b9577" providerId="ADAL" clId="{1E84885A-7552-472D-840C-9CF2BF35DFDB}" dt="2025-08-06T01:07:04.230" v="99"/>
          <ac:inkMkLst>
            <pc:docMk/>
            <pc:sldMk cId="0" sldId="285"/>
            <ac:inkMk id="12" creationId="{3A8E3C2E-DC47-4654-3CE7-420427700874}"/>
          </ac:inkMkLst>
        </pc:inkChg>
        <pc:inkChg chg="add mod">
          <ac:chgData name="Marcos Maillot" userId="fa14b39d-e966-4ebb-a436-4f96f84b9577" providerId="ADAL" clId="{1E84885A-7552-472D-840C-9CF2BF35DFDB}" dt="2025-08-06T01:07:04.230" v="99"/>
          <ac:inkMkLst>
            <pc:docMk/>
            <pc:sldMk cId="0" sldId="285"/>
            <ac:inkMk id="13" creationId="{249E1FEE-3A81-DF43-CDA0-072C3BCB63B4}"/>
          </ac:inkMkLst>
        </pc:inkChg>
        <pc:inkChg chg="add mod">
          <ac:chgData name="Marcos Maillot" userId="fa14b39d-e966-4ebb-a436-4f96f84b9577" providerId="ADAL" clId="{1E84885A-7552-472D-840C-9CF2BF35DFDB}" dt="2025-08-06T01:07:04.230" v="99"/>
          <ac:inkMkLst>
            <pc:docMk/>
            <pc:sldMk cId="0" sldId="285"/>
            <ac:inkMk id="14" creationId="{15B26C43-9A01-CFB7-623F-2F41117750A4}"/>
          </ac:inkMkLst>
        </pc:inkChg>
      </pc:sldChg>
      <pc:sldChg chg="addSp delSp modSp mod">
        <pc:chgData name="Marcos Maillot" userId="fa14b39d-e966-4ebb-a436-4f96f84b9577" providerId="ADAL" clId="{1E84885A-7552-472D-840C-9CF2BF35DFDB}" dt="2025-08-06T01:05:25.432" v="84"/>
        <pc:sldMkLst>
          <pc:docMk/>
          <pc:sldMk cId="2515468531" sldId="290"/>
        </pc:sldMkLst>
        <pc:grpChg chg="del">
          <ac:chgData name="Marcos Maillot" userId="fa14b39d-e966-4ebb-a436-4f96f84b9577" providerId="ADAL" clId="{1E84885A-7552-472D-840C-9CF2BF35DFDB}" dt="2025-08-05T22:01:24.924" v="0" actId="478"/>
          <ac:grpSpMkLst>
            <pc:docMk/>
            <pc:sldMk cId="2515468531" sldId="290"/>
            <ac:grpSpMk id="19" creationId="{FE93B399-3A1D-2EB6-5281-ECEF1C31C379}"/>
          </ac:grpSpMkLst>
        </pc:grpChg>
        <pc:grpChg chg="del mod">
          <ac:chgData name="Marcos Maillot" userId="fa14b39d-e966-4ebb-a436-4f96f84b9577" providerId="ADAL" clId="{1E84885A-7552-472D-840C-9CF2BF35DFDB}" dt="2025-08-06T01:03:01.427" v="11"/>
          <ac:grpSpMkLst>
            <pc:docMk/>
            <pc:sldMk cId="2515468531" sldId="290"/>
            <ac:grpSpMk id="21" creationId="{AEB1E5EF-CE2A-CC05-B441-8A5365B51318}"/>
          </ac:grpSpMkLst>
        </pc:grpChg>
        <pc:grpChg chg="mod">
          <ac:chgData name="Marcos Maillot" userId="fa14b39d-e966-4ebb-a436-4f96f84b9577" providerId="ADAL" clId="{1E84885A-7552-472D-840C-9CF2BF35DFDB}" dt="2025-08-06T01:03:01.427" v="11"/>
          <ac:grpSpMkLst>
            <pc:docMk/>
            <pc:sldMk cId="2515468531" sldId="290"/>
            <ac:grpSpMk id="28" creationId="{2025F33C-774D-CCF5-743C-A1DCA28D8FC8}"/>
          </ac:grpSpMkLst>
        </pc:grpChg>
        <pc:grpChg chg="del mod">
          <ac:chgData name="Marcos Maillot" userId="fa14b39d-e966-4ebb-a436-4f96f84b9577" providerId="ADAL" clId="{1E84885A-7552-472D-840C-9CF2BF35DFDB}" dt="2025-08-06T01:03:01.427" v="11"/>
          <ac:grpSpMkLst>
            <pc:docMk/>
            <pc:sldMk cId="2515468531" sldId="290"/>
            <ac:grpSpMk id="29" creationId="{0A4CE355-5714-C4C7-1D44-E6C0A40135FA}"/>
          </ac:grpSpMkLst>
        </pc:grpChg>
        <pc:grpChg chg="del mod">
          <ac:chgData name="Marcos Maillot" userId="fa14b39d-e966-4ebb-a436-4f96f84b9577" providerId="ADAL" clId="{1E84885A-7552-472D-840C-9CF2BF35DFDB}" dt="2025-08-06T01:04:36.277" v="40"/>
          <ac:grpSpMkLst>
            <pc:docMk/>
            <pc:sldMk cId="2515468531" sldId="290"/>
            <ac:grpSpMk id="30" creationId="{6EB3E180-AA62-A199-5B6C-8D8916A9028D}"/>
          </ac:grpSpMkLst>
        </pc:grpChg>
        <pc:grpChg chg="del mod">
          <ac:chgData name="Marcos Maillot" userId="fa14b39d-e966-4ebb-a436-4f96f84b9577" providerId="ADAL" clId="{1E84885A-7552-472D-840C-9CF2BF35DFDB}" dt="2025-08-06T01:03:51.600" v="24"/>
          <ac:grpSpMkLst>
            <pc:docMk/>
            <pc:sldMk cId="2515468531" sldId="290"/>
            <ac:grpSpMk id="37" creationId="{5D5D083A-C5CC-2B1E-1446-23C86C474E3B}"/>
          </ac:grpSpMkLst>
        </pc:grpChg>
        <pc:grpChg chg="del mod">
          <ac:chgData name="Marcos Maillot" userId="fa14b39d-e966-4ebb-a436-4f96f84b9577" providerId="ADAL" clId="{1E84885A-7552-472D-840C-9CF2BF35DFDB}" dt="2025-08-06T01:03:53.834" v="27"/>
          <ac:grpSpMkLst>
            <pc:docMk/>
            <pc:sldMk cId="2515468531" sldId="290"/>
            <ac:grpSpMk id="43" creationId="{AB96EF85-7DF2-6EE7-3476-5E23B726A3F2}"/>
          </ac:grpSpMkLst>
        </pc:grpChg>
        <pc:grpChg chg="del mod">
          <ac:chgData name="Marcos Maillot" userId="fa14b39d-e966-4ebb-a436-4f96f84b9577" providerId="ADAL" clId="{1E84885A-7552-472D-840C-9CF2BF35DFDB}" dt="2025-08-06T01:04:00.306" v="33"/>
          <ac:grpSpMkLst>
            <pc:docMk/>
            <pc:sldMk cId="2515468531" sldId="290"/>
            <ac:grpSpMk id="46" creationId="{600485F3-0822-E3D0-B6DC-91F516568BA8}"/>
          </ac:grpSpMkLst>
        </pc:grpChg>
        <pc:grpChg chg="del mod">
          <ac:chgData name="Marcos Maillot" userId="fa14b39d-e966-4ebb-a436-4f96f84b9577" providerId="ADAL" clId="{1E84885A-7552-472D-840C-9CF2BF35DFDB}" dt="2025-08-06T01:04:02.674" v="38"/>
          <ac:grpSpMkLst>
            <pc:docMk/>
            <pc:sldMk cId="2515468531" sldId="290"/>
            <ac:grpSpMk id="52" creationId="{F186F6E6-DAB3-0507-376B-FF0BDEBAC4D4}"/>
          </ac:grpSpMkLst>
        </pc:grpChg>
        <pc:grpChg chg="mod">
          <ac:chgData name="Marcos Maillot" userId="fa14b39d-e966-4ebb-a436-4f96f84b9577" providerId="ADAL" clId="{1E84885A-7552-472D-840C-9CF2BF35DFDB}" dt="2025-08-06T01:04:02.674" v="38"/>
          <ac:grpSpMkLst>
            <pc:docMk/>
            <pc:sldMk cId="2515468531" sldId="290"/>
            <ac:grpSpMk id="57" creationId="{8620C1D0-7F5F-D0C1-D2D5-55AC27AB356A}"/>
          </ac:grpSpMkLst>
        </pc:grpChg>
        <pc:grpChg chg="mod">
          <ac:chgData name="Marcos Maillot" userId="fa14b39d-e966-4ebb-a436-4f96f84b9577" providerId="ADAL" clId="{1E84885A-7552-472D-840C-9CF2BF35DFDB}" dt="2025-08-06T01:04:36.277" v="40"/>
          <ac:grpSpMkLst>
            <pc:docMk/>
            <pc:sldMk cId="2515468531" sldId="290"/>
            <ac:grpSpMk id="59" creationId="{A73CFD70-94A8-9159-CB26-50118974BD95}"/>
          </ac:grpSpMkLst>
        </pc:grpChg>
        <pc:grpChg chg="del 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75" creationId="{36F424C7-4201-7C53-939C-14484A36C904}"/>
          </ac:grpSpMkLst>
        </pc:grpChg>
        <pc:grpChg chg="del 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76" creationId="{015A201F-CF35-A904-6B05-954D73097D30}"/>
          </ac:grpSpMkLst>
        </pc:grpChg>
        <pc:grpChg chg="del 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77" creationId="{4AAB7AFA-DE0B-9A1A-AA38-A0EB804A0EF3}"/>
          </ac:grpSpMkLst>
        </pc:grpChg>
        <pc:grpChg chg="mod">
          <ac:chgData name="Marcos Maillot" userId="fa14b39d-e966-4ebb-a436-4f96f84b9577" providerId="ADAL" clId="{1E84885A-7552-472D-840C-9CF2BF35DFDB}" dt="2025-08-06T01:04:59.591" v="64"/>
          <ac:grpSpMkLst>
            <pc:docMk/>
            <pc:sldMk cId="2515468531" sldId="290"/>
            <ac:grpSpMk id="278" creationId="{720B0EBE-6B53-06CE-4B7F-5DC0FAA6FB60}"/>
          </ac:grpSpMkLst>
        </pc:grpChg>
        <pc:grpChg chg="del 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79" creationId="{F518A184-5533-3775-2542-85CB2B7668D9}"/>
          </ac:grpSpMkLst>
        </pc:grpChg>
        <pc:grpChg chg="del mod">
          <ac:chgData name="Marcos Maillot" userId="fa14b39d-e966-4ebb-a436-4f96f84b9577" providerId="ADAL" clId="{1E84885A-7552-472D-840C-9CF2BF35DFDB}" dt="2025-08-06T01:05:02.575" v="67"/>
          <ac:grpSpMkLst>
            <pc:docMk/>
            <pc:sldMk cId="2515468531" sldId="290"/>
            <ac:grpSpMk id="280" creationId="{0DD72A5A-91A4-F7C8-E240-08F9F7037427}"/>
          </ac:grpSpMkLst>
        </pc:grpChg>
        <pc:grpChg chg="del 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83" creationId="{6CDA3EA6-C408-B9B5-7326-B867C13A8E39}"/>
          </ac:grpSpMkLst>
        </pc:grpChg>
        <pc:grpChg chg="del mod">
          <ac:chgData name="Marcos Maillot" userId="fa14b39d-e966-4ebb-a436-4f96f84b9577" providerId="ADAL" clId="{1E84885A-7552-472D-840C-9CF2BF35DFDB}" dt="2025-08-06T01:05:18.382" v="82"/>
          <ac:grpSpMkLst>
            <pc:docMk/>
            <pc:sldMk cId="2515468531" sldId="290"/>
            <ac:grpSpMk id="290" creationId="{85BF8BDB-D265-84F3-6D94-7580FC09BCA3}"/>
          </ac:grpSpMkLst>
        </pc:grpChg>
        <pc:grpChg chg="mod">
          <ac:chgData name="Marcos Maillot" userId="fa14b39d-e966-4ebb-a436-4f96f84b9577" providerId="ADAL" clId="{1E84885A-7552-472D-840C-9CF2BF35DFDB}" dt="2025-08-06T01:05:07.118" v="74"/>
          <ac:grpSpMkLst>
            <pc:docMk/>
            <pc:sldMk cId="2515468531" sldId="290"/>
            <ac:grpSpMk id="291" creationId="{AA10DAA5-8FDA-7ED3-4DC5-D8D675E0EA13}"/>
          </ac:grpSpMkLst>
        </pc:grpChg>
        <pc:grpChg chg="del mod">
          <ac:chgData name="Marcos Maillot" userId="fa14b39d-e966-4ebb-a436-4f96f84b9577" providerId="ADAL" clId="{1E84885A-7552-472D-840C-9CF2BF35DFDB}" dt="2025-08-06T01:05:25.432" v="84"/>
          <ac:grpSpMkLst>
            <pc:docMk/>
            <pc:sldMk cId="2515468531" sldId="290"/>
            <ac:grpSpMk id="299" creationId="{8C20002C-88AF-B15D-07C4-941CB6AFEF31}"/>
          </ac:grpSpMkLst>
        </pc:grpChg>
        <pc:grpChg chg="mod">
          <ac:chgData name="Marcos Maillot" userId="fa14b39d-e966-4ebb-a436-4f96f84b9577" providerId="ADAL" clId="{1E84885A-7552-472D-840C-9CF2BF35DFDB}" dt="2025-08-06T01:05:25.432" v="84"/>
          <ac:grpSpMkLst>
            <pc:docMk/>
            <pc:sldMk cId="2515468531" sldId="290"/>
            <ac:grpSpMk id="304" creationId="{39E1F5D7-D9E3-A1CE-FA56-6D69E09CF236}"/>
          </ac:grpSpMkLst>
        </pc:grp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6" creationId="{470101C1-654B-B39E-6A5A-27338202BB40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16" creationId="{A99D4112-9492-F21E-80F4-E13D2EB7B803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20" creationId="{FA00E16D-CA66-8631-9A5A-4A5243E53CA7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22" creationId="{0F244B6C-E502-38FF-9DF3-A1A78446C8B3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23" creationId="{9C6915B6-50A0-4FAD-FFAA-CD7743845096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24" creationId="{1AEC5589-7B2C-978F-22C7-536D60FB6599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25" creationId="{93FD5E4B-2B87-3172-1777-2CBB279EA74A}"/>
          </ac:inkMkLst>
        </pc:inkChg>
        <pc:inkChg chg="add">
          <ac:chgData name="Marcos Maillot" userId="fa14b39d-e966-4ebb-a436-4f96f84b9577" providerId="ADAL" clId="{1E84885A-7552-472D-840C-9CF2BF35DFDB}" dt="2025-08-06T01:03:00.388" v="9" actId="9405"/>
          <ac:inkMkLst>
            <pc:docMk/>
            <pc:sldMk cId="2515468531" sldId="290"/>
            <ac:inkMk id="26" creationId="{EF773EAD-1FAC-48B9-F3FE-CFE64E0B3BDA}"/>
          </ac:inkMkLst>
        </pc:inkChg>
        <pc:inkChg chg="add mod">
          <ac:chgData name="Marcos Maillot" userId="fa14b39d-e966-4ebb-a436-4f96f84b9577" providerId="ADAL" clId="{1E84885A-7552-472D-840C-9CF2BF35DFDB}" dt="2025-08-06T01:03:01.427" v="11"/>
          <ac:inkMkLst>
            <pc:docMk/>
            <pc:sldMk cId="2515468531" sldId="290"/>
            <ac:inkMk id="27" creationId="{DBE5141E-5665-CB79-6358-557A32B5F047}"/>
          </ac:inkMkLst>
        </pc:inkChg>
        <pc:inkChg chg="add">
          <ac:chgData name="Marcos Maillot" userId="fa14b39d-e966-4ebb-a436-4f96f84b9577" providerId="ADAL" clId="{1E84885A-7552-472D-840C-9CF2BF35DFDB}" dt="2025-08-06T01:03:01.791" v="12" actId="9405"/>
          <ac:inkMkLst>
            <pc:docMk/>
            <pc:sldMk cId="2515468531" sldId="290"/>
            <ac:inkMk id="31" creationId="{A1DA11F8-86C1-0C96-2550-91D8BFC74E7B}"/>
          </ac:inkMkLst>
        </pc:inkChg>
        <pc:inkChg chg="add">
          <ac:chgData name="Marcos Maillot" userId="fa14b39d-e966-4ebb-a436-4f96f84b9577" providerId="ADAL" clId="{1E84885A-7552-472D-840C-9CF2BF35DFDB}" dt="2025-08-06T01:03:43.092" v="13" actId="9405"/>
          <ac:inkMkLst>
            <pc:docMk/>
            <pc:sldMk cId="2515468531" sldId="290"/>
            <ac:inkMk id="32" creationId="{F86F9C7D-34C0-E6B9-FB77-A57B4D28DF75}"/>
          </ac:inkMkLst>
        </pc:inkChg>
        <pc:inkChg chg="add mod">
          <ac:chgData name="Marcos Maillot" userId="fa14b39d-e966-4ebb-a436-4f96f84b9577" providerId="ADAL" clId="{1E84885A-7552-472D-840C-9CF2BF35DFDB}" dt="2025-08-06T01:04:00.306" v="33"/>
          <ac:inkMkLst>
            <pc:docMk/>
            <pc:sldMk cId="2515468531" sldId="290"/>
            <ac:inkMk id="33" creationId="{5CC410EC-BC9B-ACC7-AE85-17180960A136}"/>
          </ac:inkMkLst>
        </pc:inkChg>
        <pc:inkChg chg="add">
          <ac:chgData name="Marcos Maillot" userId="fa14b39d-e966-4ebb-a436-4f96f84b9577" providerId="ADAL" clId="{1E84885A-7552-472D-840C-9CF2BF35DFDB}" dt="2025-08-06T01:03:45.682" v="15" actId="9405"/>
          <ac:inkMkLst>
            <pc:docMk/>
            <pc:sldMk cId="2515468531" sldId="290"/>
            <ac:inkMk id="34" creationId="{EF8CA6B9-CA97-16BB-CCB1-E341210A51A2}"/>
          </ac:inkMkLst>
        </pc:inkChg>
        <pc:inkChg chg="add mod">
          <ac:chgData name="Marcos Maillot" userId="fa14b39d-e966-4ebb-a436-4f96f84b9577" providerId="ADAL" clId="{1E84885A-7552-472D-840C-9CF2BF35DFDB}" dt="2025-08-06T01:04:00.306" v="33"/>
          <ac:inkMkLst>
            <pc:docMk/>
            <pc:sldMk cId="2515468531" sldId="290"/>
            <ac:inkMk id="35" creationId="{13B89904-3471-28AE-850C-A3D54356C1F8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36" creationId="{059BBCC7-AF58-07AE-B9CB-294B91A34341}"/>
          </ac:inkMkLst>
        </pc:inkChg>
        <pc:inkChg chg="add">
          <ac:chgData name="Marcos Maillot" userId="fa14b39d-e966-4ebb-a436-4f96f84b9577" providerId="ADAL" clId="{1E84885A-7552-472D-840C-9CF2BF35DFDB}" dt="2025-08-06T01:03:49.139" v="19" actId="9405"/>
          <ac:inkMkLst>
            <pc:docMk/>
            <pc:sldMk cId="2515468531" sldId="290"/>
            <ac:inkMk id="38" creationId="{57A2C929-7F91-F2E4-96CF-772160773EEC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39" creationId="{1711B58A-2E29-200A-7BD2-D95977B1CE94}"/>
          </ac:inkMkLst>
        </pc:inkChg>
        <pc:inkChg chg="add mod">
          <ac:chgData name="Marcos Maillot" userId="fa14b39d-e966-4ebb-a436-4f96f84b9577" providerId="ADAL" clId="{1E84885A-7552-472D-840C-9CF2BF35DFDB}" dt="2025-08-06T01:04:00.306" v="33"/>
          <ac:inkMkLst>
            <pc:docMk/>
            <pc:sldMk cId="2515468531" sldId="290"/>
            <ac:inkMk id="40" creationId="{6CD96AD7-FC5C-5464-809B-A0CC1414A599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41" creationId="{2955C0D3-EB27-57FC-6B59-FF67523E1597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42" creationId="{A6A27FE7-FB79-2E16-6744-7678209E6608}"/>
          </ac:inkMkLst>
        </pc:inkChg>
        <pc:inkChg chg="add">
          <ac:chgData name="Marcos Maillot" userId="fa14b39d-e966-4ebb-a436-4f96f84b9577" providerId="ADAL" clId="{1E84885A-7552-472D-840C-9CF2BF35DFDB}" dt="2025-08-06T01:03:52.382" v="25" actId="9405"/>
          <ac:inkMkLst>
            <pc:docMk/>
            <pc:sldMk cId="2515468531" sldId="290"/>
            <ac:inkMk id="44" creationId="{A751ABB3-DE01-390D-D9FC-2A9143389971}"/>
          </ac:inkMkLst>
        </pc:inkChg>
        <pc:inkChg chg="add mod">
          <ac:chgData name="Marcos Maillot" userId="fa14b39d-e966-4ebb-a436-4f96f84b9577" providerId="ADAL" clId="{1E84885A-7552-472D-840C-9CF2BF35DFDB}" dt="2025-08-06T01:04:00.306" v="33"/>
          <ac:inkMkLst>
            <pc:docMk/>
            <pc:sldMk cId="2515468531" sldId="290"/>
            <ac:inkMk id="45" creationId="{6CB29CFD-74C5-BAF8-D24B-0A3707CE53B6}"/>
          </ac:inkMkLst>
        </pc:inkChg>
        <pc:inkChg chg="add">
          <ac:chgData name="Marcos Maillot" userId="fa14b39d-e966-4ebb-a436-4f96f84b9577" providerId="ADAL" clId="{1E84885A-7552-472D-840C-9CF2BF35DFDB}" dt="2025-08-06T01:03:55.174" v="28" actId="9405"/>
          <ac:inkMkLst>
            <pc:docMk/>
            <pc:sldMk cId="2515468531" sldId="290"/>
            <ac:inkMk id="47" creationId="{4F3AE93E-2A00-420A-A624-473C689FB60B}"/>
          </ac:inkMkLst>
        </pc:inkChg>
        <pc:inkChg chg="add del">
          <ac:chgData name="Marcos Maillot" userId="fa14b39d-e966-4ebb-a436-4f96f84b9577" providerId="ADAL" clId="{1E84885A-7552-472D-840C-9CF2BF35DFDB}" dt="2025-08-06T01:03:56.146" v="30"/>
          <ac:inkMkLst>
            <pc:docMk/>
            <pc:sldMk cId="2515468531" sldId="290"/>
            <ac:inkMk id="48" creationId="{5D804C85-BC51-FCFC-AE3D-E2DF262BBD92}"/>
          </ac:inkMkLst>
        </pc:inkChg>
        <pc:inkChg chg="add">
          <ac:chgData name="Marcos Maillot" userId="fa14b39d-e966-4ebb-a436-4f96f84b9577" providerId="ADAL" clId="{1E84885A-7552-472D-840C-9CF2BF35DFDB}" dt="2025-08-06T01:03:56.146" v="30"/>
          <ac:inkMkLst>
            <pc:docMk/>
            <pc:sldMk cId="2515468531" sldId="290"/>
            <ac:inkMk id="49" creationId="{C5004E23-E4E0-D9AA-750A-B73241400990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50" creationId="{CCE9731A-77F6-AED6-0807-7CC56F0B1941}"/>
          </ac:inkMkLst>
        </pc:inkChg>
        <pc:inkChg chg="add mod">
          <ac:chgData name="Marcos Maillot" userId="fa14b39d-e966-4ebb-a436-4f96f84b9577" providerId="ADAL" clId="{1E84885A-7552-472D-840C-9CF2BF35DFDB}" dt="2025-08-06T01:04:00.306" v="33"/>
          <ac:inkMkLst>
            <pc:docMk/>
            <pc:sldMk cId="2515468531" sldId="290"/>
            <ac:inkMk id="51" creationId="{7D020777-3554-03E1-D8ED-57067F9C9D92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53" creationId="{0990E5AF-93B5-13B4-B062-A100EC1D19A2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54" creationId="{471F1046-815A-DAF9-514A-DAB879B6CECC}"/>
          </ac:inkMkLst>
        </pc:inkChg>
        <pc:inkChg chg="add">
          <ac:chgData name="Marcos Maillot" userId="fa14b39d-e966-4ebb-a436-4f96f84b9577" providerId="ADAL" clId="{1E84885A-7552-472D-840C-9CF2BF35DFDB}" dt="2025-08-06T01:04:00.883" v="36" actId="9405"/>
          <ac:inkMkLst>
            <pc:docMk/>
            <pc:sldMk cId="2515468531" sldId="290"/>
            <ac:inkMk id="55" creationId="{32D0CF00-A0EB-CD79-28CE-23A891E31F97}"/>
          </ac:inkMkLst>
        </pc:inkChg>
        <pc:inkChg chg="add mod">
          <ac:chgData name="Marcos Maillot" userId="fa14b39d-e966-4ebb-a436-4f96f84b9577" providerId="ADAL" clId="{1E84885A-7552-472D-840C-9CF2BF35DFDB}" dt="2025-08-06T01:04:02.674" v="38"/>
          <ac:inkMkLst>
            <pc:docMk/>
            <pc:sldMk cId="2515468531" sldId="290"/>
            <ac:inkMk id="56" creationId="{4C82A42F-EF5C-8438-CFB6-EA80DD368FA4}"/>
          </ac:inkMkLst>
        </pc:inkChg>
        <pc:inkChg chg="add mod">
          <ac:chgData name="Marcos Maillot" userId="fa14b39d-e966-4ebb-a436-4f96f84b9577" providerId="ADAL" clId="{1E84885A-7552-472D-840C-9CF2BF35DFDB}" dt="2025-08-06T01:04:36.277" v="40"/>
          <ac:inkMkLst>
            <pc:docMk/>
            <pc:sldMk cId="2515468531" sldId="290"/>
            <ac:inkMk id="58" creationId="{C9C052DD-5C85-EB3F-21DD-CF52BFC587E7}"/>
          </ac:inkMkLst>
        </pc:inkChg>
        <pc:inkChg chg="add mod">
          <ac:chgData name="Marcos Maillot" userId="fa14b39d-e966-4ebb-a436-4f96f84b9577" providerId="ADAL" clId="{1E84885A-7552-472D-840C-9CF2BF35DFDB}" dt="2025-08-06T01:05:02.575" v="67"/>
          <ac:inkMkLst>
            <pc:docMk/>
            <pc:sldMk cId="2515468531" sldId="290"/>
            <ac:inkMk id="60" creationId="{1C9B7566-A9FE-CD50-7173-AF0AED6BE6D2}"/>
          </ac:inkMkLst>
        </pc:inkChg>
        <pc:inkChg chg="add mod">
          <ac:chgData name="Marcos Maillot" userId="fa14b39d-e966-4ebb-a436-4f96f84b9577" providerId="ADAL" clId="{1E84885A-7552-472D-840C-9CF2BF35DFDB}" dt="2025-08-06T01:05:07.118" v="74"/>
          <ac:inkMkLst>
            <pc:docMk/>
            <pc:sldMk cId="2515468531" sldId="290"/>
            <ac:inkMk id="61" creationId="{34113BA6-C72A-6947-2B67-90CBFBF1B03C}"/>
          </ac:inkMkLst>
        </pc:inkChg>
        <pc:inkChg chg="add mod">
          <ac:chgData name="Marcos Maillot" userId="fa14b39d-e966-4ebb-a436-4f96f84b9577" providerId="ADAL" clId="{1E84885A-7552-472D-840C-9CF2BF35DFDB}" dt="2025-08-06T01:05:02.575" v="67"/>
          <ac:inkMkLst>
            <pc:docMk/>
            <pc:sldMk cId="2515468531" sldId="290"/>
            <ac:inkMk id="62" creationId="{6279EC76-99E0-2C56-6BA5-EC5F8DD82C9A}"/>
          </ac:inkMkLst>
        </pc:inkChg>
        <pc:inkChg chg="add mod">
          <ac:chgData name="Marcos Maillot" userId="fa14b39d-e966-4ebb-a436-4f96f84b9577" providerId="ADAL" clId="{1E84885A-7552-472D-840C-9CF2BF35DFDB}" dt="2025-08-06T01:05:02.575" v="67"/>
          <ac:inkMkLst>
            <pc:docMk/>
            <pc:sldMk cId="2515468531" sldId="290"/>
            <ac:inkMk id="63" creationId="{A8415F27-B78E-5367-B829-BBE21A7A357A}"/>
          </ac:inkMkLst>
        </pc:inkChg>
        <pc:inkChg chg="add mod">
          <ac:chgData name="Marcos Maillot" userId="fa14b39d-e966-4ebb-a436-4f96f84b9577" providerId="ADAL" clId="{1E84885A-7552-472D-840C-9CF2BF35DFDB}" dt="2025-08-06T01:05:02.575" v="67"/>
          <ac:inkMkLst>
            <pc:docMk/>
            <pc:sldMk cId="2515468531" sldId="290"/>
            <ac:inkMk id="256" creationId="{83BCEF72-B7CC-BC15-EE86-A420AC83D0E9}"/>
          </ac:inkMkLst>
        </pc:inkChg>
        <pc:inkChg chg="add">
          <ac:chgData name="Marcos Maillot" userId="fa14b39d-e966-4ebb-a436-4f96f84b9577" providerId="ADAL" clId="{1E84885A-7552-472D-840C-9CF2BF35DFDB}" dt="2025-08-06T01:04:55.067" v="46" actId="9405"/>
          <ac:inkMkLst>
            <pc:docMk/>
            <pc:sldMk cId="2515468531" sldId="290"/>
            <ac:inkMk id="257" creationId="{06121646-CC24-7BD5-10F6-E371B98097A2}"/>
          </ac:inkMkLst>
        </pc:inkChg>
        <pc:inkChg chg="add">
          <ac:chgData name="Marcos Maillot" userId="fa14b39d-e966-4ebb-a436-4f96f84b9577" providerId="ADAL" clId="{1E84885A-7552-472D-840C-9CF2BF35DFDB}" dt="2025-08-06T01:04:55.206" v="47" actId="9405"/>
          <ac:inkMkLst>
            <pc:docMk/>
            <pc:sldMk cId="2515468531" sldId="290"/>
            <ac:inkMk id="258" creationId="{F5E46275-C416-8DA7-F24A-6A378D9B862A}"/>
          </ac:inkMkLst>
        </pc:inkChg>
        <pc:inkChg chg="add">
          <ac:chgData name="Marcos Maillot" userId="fa14b39d-e966-4ebb-a436-4f96f84b9577" providerId="ADAL" clId="{1E84885A-7552-472D-840C-9CF2BF35DFDB}" dt="2025-08-06T01:04:55.395" v="48" actId="9405"/>
          <ac:inkMkLst>
            <pc:docMk/>
            <pc:sldMk cId="2515468531" sldId="290"/>
            <ac:inkMk id="259" creationId="{D4204B77-7E44-EBA0-EAB6-3BA8DEDCB7F1}"/>
          </ac:inkMkLst>
        </pc:inkChg>
        <pc:inkChg chg="add mod">
          <ac:chgData name="Marcos Maillot" userId="fa14b39d-e966-4ebb-a436-4f96f84b9577" providerId="ADAL" clId="{1E84885A-7552-472D-840C-9CF2BF35DFDB}" dt="2025-08-06T01:05:07.118" v="74"/>
          <ac:inkMkLst>
            <pc:docMk/>
            <pc:sldMk cId="2515468531" sldId="290"/>
            <ac:inkMk id="260" creationId="{926DD3B9-065C-1574-4842-BF4089AE32CF}"/>
          </ac:inkMkLst>
        </pc:inkChg>
        <pc:inkChg chg="add">
          <ac:chgData name="Marcos Maillot" userId="fa14b39d-e966-4ebb-a436-4f96f84b9577" providerId="ADAL" clId="{1E84885A-7552-472D-840C-9CF2BF35DFDB}" dt="2025-08-06T01:04:55.871" v="50" actId="9405"/>
          <ac:inkMkLst>
            <pc:docMk/>
            <pc:sldMk cId="2515468531" sldId="290"/>
            <ac:inkMk id="261" creationId="{B237C5E3-9A53-A8A5-7BDE-AA9707BACBE1}"/>
          </ac:inkMkLst>
        </pc:inkChg>
        <pc:inkChg chg="add">
          <ac:chgData name="Marcos Maillot" userId="fa14b39d-e966-4ebb-a436-4f96f84b9577" providerId="ADAL" clId="{1E84885A-7552-472D-840C-9CF2BF35DFDB}" dt="2025-08-06T01:04:55.999" v="51" actId="9405"/>
          <ac:inkMkLst>
            <pc:docMk/>
            <pc:sldMk cId="2515468531" sldId="290"/>
            <ac:inkMk id="262" creationId="{557893AC-D59F-D5F4-46A2-34246C280C5C}"/>
          </ac:inkMkLst>
        </pc:inkChg>
        <pc:inkChg chg="add">
          <ac:chgData name="Marcos Maillot" userId="fa14b39d-e966-4ebb-a436-4f96f84b9577" providerId="ADAL" clId="{1E84885A-7552-472D-840C-9CF2BF35DFDB}" dt="2025-08-06T01:04:56.258" v="52" actId="9405"/>
          <ac:inkMkLst>
            <pc:docMk/>
            <pc:sldMk cId="2515468531" sldId="290"/>
            <ac:inkMk id="263" creationId="{33C4AA7F-19A8-B23D-3CE4-73B0CD428B27}"/>
          </ac:inkMkLst>
        </pc:inkChg>
        <pc:inkChg chg="add">
          <ac:chgData name="Marcos Maillot" userId="fa14b39d-e966-4ebb-a436-4f96f84b9577" providerId="ADAL" clId="{1E84885A-7552-472D-840C-9CF2BF35DFDB}" dt="2025-08-06T01:04:56.827" v="53" actId="9405"/>
          <ac:inkMkLst>
            <pc:docMk/>
            <pc:sldMk cId="2515468531" sldId="290"/>
            <ac:inkMk id="264" creationId="{1E402EB8-44A0-1149-6F0A-A03332AD06FE}"/>
          </ac:inkMkLst>
        </pc:inkChg>
        <pc:inkChg chg="add">
          <ac:chgData name="Marcos Maillot" userId="fa14b39d-e966-4ebb-a436-4f96f84b9577" providerId="ADAL" clId="{1E84885A-7552-472D-840C-9CF2BF35DFDB}" dt="2025-08-06T01:04:56.982" v="54" actId="9405"/>
          <ac:inkMkLst>
            <pc:docMk/>
            <pc:sldMk cId="2515468531" sldId="290"/>
            <ac:inkMk id="265" creationId="{864A8F08-EADC-4C64-0C15-B705716DA4D2}"/>
          </ac:inkMkLst>
        </pc:inkChg>
        <pc:inkChg chg="add">
          <ac:chgData name="Marcos Maillot" userId="fa14b39d-e966-4ebb-a436-4f96f84b9577" providerId="ADAL" clId="{1E84885A-7552-472D-840C-9CF2BF35DFDB}" dt="2025-08-06T01:04:57.103" v="55" actId="9405"/>
          <ac:inkMkLst>
            <pc:docMk/>
            <pc:sldMk cId="2515468531" sldId="290"/>
            <ac:inkMk id="266" creationId="{57A5CF14-84B8-B3C6-6C13-78BF7DB403D6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67" creationId="{3F9730AF-239A-F190-5218-47C3999CACEE}"/>
          </ac:inkMkLst>
        </pc:inkChg>
        <pc:inkChg chg="add">
          <ac:chgData name="Marcos Maillot" userId="fa14b39d-e966-4ebb-a436-4f96f84b9577" providerId="ADAL" clId="{1E84885A-7552-472D-840C-9CF2BF35DFDB}" dt="2025-08-06T01:04:57.597" v="57" actId="9405"/>
          <ac:inkMkLst>
            <pc:docMk/>
            <pc:sldMk cId="2515468531" sldId="290"/>
            <ac:inkMk id="268" creationId="{C1D37BF6-B168-1951-F2DB-AB45687AACA1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69" creationId="{86A16F07-5F06-3517-3FAC-C002A96C3047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70" creationId="{ACD78BCE-C093-01B6-6D50-A260F5905D73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71" creationId="{50FFC634-2F88-4D74-8A31-014BD4514DA2}"/>
          </ac:inkMkLst>
        </pc:inkChg>
        <pc:inkChg chg="add">
          <ac:chgData name="Marcos Maillot" userId="fa14b39d-e966-4ebb-a436-4f96f84b9577" providerId="ADAL" clId="{1E84885A-7552-472D-840C-9CF2BF35DFDB}" dt="2025-08-06T01:04:58.409" v="61" actId="9405"/>
          <ac:inkMkLst>
            <pc:docMk/>
            <pc:sldMk cId="2515468531" sldId="290"/>
            <ac:inkMk id="272" creationId="{A8518A96-740D-2B60-0416-6B621770EC4D}"/>
          </ac:inkMkLst>
        </pc:inkChg>
        <pc:inkChg chg="add">
          <ac:chgData name="Marcos Maillot" userId="fa14b39d-e966-4ebb-a436-4f96f84b9577" providerId="ADAL" clId="{1E84885A-7552-472D-840C-9CF2BF35DFDB}" dt="2025-08-06T01:04:58.584" v="62" actId="9405"/>
          <ac:inkMkLst>
            <pc:docMk/>
            <pc:sldMk cId="2515468531" sldId="290"/>
            <ac:inkMk id="273" creationId="{E0EC11BD-B628-6138-2958-61720F8DD3A2}"/>
          </ac:inkMkLst>
        </pc:inkChg>
        <pc:inkChg chg="add">
          <ac:chgData name="Marcos Maillot" userId="fa14b39d-e966-4ebb-a436-4f96f84b9577" providerId="ADAL" clId="{1E84885A-7552-472D-840C-9CF2BF35DFDB}" dt="2025-08-06T01:04:58.833" v="63" actId="9405"/>
          <ac:inkMkLst>
            <pc:docMk/>
            <pc:sldMk cId="2515468531" sldId="290"/>
            <ac:inkMk id="274" creationId="{C562EDF7-59DB-948B-3C9D-8BF927BE9B55}"/>
          </ac:inkMkLst>
        </pc:inkChg>
        <pc:inkChg chg="add mod">
          <ac:chgData name="Marcos Maillot" userId="fa14b39d-e966-4ebb-a436-4f96f84b9577" providerId="ADAL" clId="{1E84885A-7552-472D-840C-9CF2BF35DFDB}" dt="2025-08-06T01:05:07.118" v="74"/>
          <ac:inkMkLst>
            <pc:docMk/>
            <pc:sldMk cId="2515468531" sldId="290"/>
            <ac:inkMk id="281" creationId="{4032D900-3D06-9596-8C5E-5462D7A43317}"/>
          </ac:inkMkLst>
        </pc:inkChg>
        <pc:inkChg chg="add mod">
          <ac:chgData name="Marcos Maillot" userId="fa14b39d-e966-4ebb-a436-4f96f84b9577" providerId="ADAL" clId="{1E84885A-7552-472D-840C-9CF2BF35DFDB}" dt="2025-08-06T01:05:02.575" v="67"/>
          <ac:inkMkLst>
            <pc:docMk/>
            <pc:sldMk cId="2515468531" sldId="290"/>
            <ac:inkMk id="282" creationId="{F085E2B1-305F-E547-C794-06047104C8A3}"/>
          </ac:inkMkLst>
        </pc:inkChg>
        <pc:inkChg chg="add">
          <ac:chgData name="Marcos Maillot" userId="fa14b39d-e966-4ebb-a436-4f96f84b9577" providerId="ADAL" clId="{1E84885A-7552-472D-840C-9CF2BF35DFDB}" dt="2025-08-06T01:05:03.647" v="68" actId="9405"/>
          <ac:inkMkLst>
            <pc:docMk/>
            <pc:sldMk cId="2515468531" sldId="290"/>
            <ac:inkMk id="284" creationId="{0F895C57-8B1C-0252-5E18-8FCCC7F1C597}"/>
          </ac:inkMkLst>
        </pc:inkChg>
        <pc:inkChg chg="add">
          <ac:chgData name="Marcos Maillot" userId="fa14b39d-e966-4ebb-a436-4f96f84b9577" providerId="ADAL" clId="{1E84885A-7552-472D-840C-9CF2BF35DFDB}" dt="2025-08-06T01:05:04.233" v="69" actId="9405"/>
          <ac:inkMkLst>
            <pc:docMk/>
            <pc:sldMk cId="2515468531" sldId="290"/>
            <ac:inkMk id="285" creationId="{DA2CB252-01EE-D025-4DB9-D80CCB8BB445}"/>
          </ac:inkMkLst>
        </pc:inkChg>
        <pc:inkChg chg="add">
          <ac:chgData name="Marcos Maillot" userId="fa14b39d-e966-4ebb-a436-4f96f84b9577" providerId="ADAL" clId="{1E84885A-7552-472D-840C-9CF2BF35DFDB}" dt="2025-08-06T01:05:04.938" v="70" actId="9405"/>
          <ac:inkMkLst>
            <pc:docMk/>
            <pc:sldMk cId="2515468531" sldId="290"/>
            <ac:inkMk id="286" creationId="{C78FEF22-1E11-25DC-0C37-A74F4F44F6F9}"/>
          </ac:inkMkLst>
        </pc:inkChg>
        <pc:inkChg chg="add">
          <ac:chgData name="Marcos Maillot" userId="fa14b39d-e966-4ebb-a436-4f96f84b9577" providerId="ADAL" clId="{1E84885A-7552-472D-840C-9CF2BF35DFDB}" dt="2025-08-06T01:05:05.519" v="71" actId="9405"/>
          <ac:inkMkLst>
            <pc:docMk/>
            <pc:sldMk cId="2515468531" sldId="290"/>
            <ac:inkMk id="287" creationId="{6A8E4DAE-C994-2F04-48C2-BE78042FD7F6}"/>
          </ac:inkMkLst>
        </pc:inkChg>
        <pc:inkChg chg="add">
          <ac:chgData name="Marcos Maillot" userId="fa14b39d-e966-4ebb-a436-4f96f84b9577" providerId="ADAL" clId="{1E84885A-7552-472D-840C-9CF2BF35DFDB}" dt="2025-08-06T01:05:06.012" v="72" actId="9405"/>
          <ac:inkMkLst>
            <pc:docMk/>
            <pc:sldMk cId="2515468531" sldId="290"/>
            <ac:inkMk id="288" creationId="{A1D00B98-37C7-6453-3BBD-097C7C15612A}"/>
          </ac:inkMkLst>
        </pc:inkChg>
        <pc:inkChg chg="add">
          <ac:chgData name="Marcos Maillot" userId="fa14b39d-e966-4ebb-a436-4f96f84b9577" providerId="ADAL" clId="{1E84885A-7552-472D-840C-9CF2BF35DFDB}" dt="2025-08-06T01:05:06.517" v="73" actId="9405"/>
          <ac:inkMkLst>
            <pc:docMk/>
            <pc:sldMk cId="2515468531" sldId="290"/>
            <ac:inkMk id="289" creationId="{634BF37E-643E-F8EB-6305-5D8F2DB5AA7F}"/>
          </ac:inkMkLst>
        </pc:inkChg>
        <pc:inkChg chg="add del">
          <ac:chgData name="Marcos Maillot" userId="fa14b39d-e966-4ebb-a436-4f96f84b9577" providerId="ADAL" clId="{1E84885A-7552-472D-840C-9CF2BF35DFDB}" dt="2025-08-06T01:05:12.027" v="76"/>
          <ac:inkMkLst>
            <pc:docMk/>
            <pc:sldMk cId="2515468531" sldId="290"/>
            <ac:inkMk id="292" creationId="{390DC15D-5538-E38E-5674-FEE47F9F07EC}"/>
          </ac:inkMkLst>
        </pc:inkChg>
        <pc:inkChg chg="add">
          <ac:chgData name="Marcos Maillot" userId="fa14b39d-e966-4ebb-a436-4f96f84b9577" providerId="ADAL" clId="{1E84885A-7552-472D-840C-9CF2BF35DFDB}" dt="2025-08-06T01:05:12.027" v="76"/>
          <ac:inkMkLst>
            <pc:docMk/>
            <pc:sldMk cId="2515468531" sldId="290"/>
            <ac:inkMk id="293" creationId="{F7519062-6549-7270-3B2E-A79CE6C824DD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94" creationId="{A113539B-848C-E176-0156-A4957D42BAEF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95" creationId="{3709DAF8-BFA0-09CE-13A5-606A066E8C1D}"/>
          </ac:inkMkLst>
        </pc:inkChg>
        <pc:inkChg chg="add">
          <ac:chgData name="Marcos Maillot" userId="fa14b39d-e966-4ebb-a436-4f96f84b9577" providerId="ADAL" clId="{1E84885A-7552-472D-840C-9CF2BF35DFDB}" dt="2025-08-06T01:05:16.472" v="79" actId="9405"/>
          <ac:inkMkLst>
            <pc:docMk/>
            <pc:sldMk cId="2515468531" sldId="290"/>
            <ac:inkMk id="296" creationId="{B47D20DC-1433-8FD5-8C30-41FBD9A18A69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97" creationId="{E82D44BD-E2B5-13EE-3AF8-0D3D7DE6973A}"/>
          </ac:inkMkLst>
        </pc:inkChg>
        <pc:inkChg chg="add mod">
          <ac:chgData name="Marcos Maillot" userId="fa14b39d-e966-4ebb-a436-4f96f84b9577" providerId="ADAL" clId="{1E84885A-7552-472D-840C-9CF2BF35DFDB}" dt="2025-08-06T01:05:25.432" v="84"/>
          <ac:inkMkLst>
            <pc:docMk/>
            <pc:sldMk cId="2515468531" sldId="290"/>
            <ac:inkMk id="298" creationId="{B349701F-A157-39F4-3B15-C0E8C8E654AB}"/>
          </ac:inkMkLst>
        </pc:inkChg>
        <pc:inkChg chg="add">
          <ac:chgData name="Marcos Maillot" userId="fa14b39d-e966-4ebb-a436-4f96f84b9577" providerId="ADAL" clId="{1E84885A-7552-472D-840C-9CF2BF35DFDB}" dt="2025-08-06T01:05:24.415" v="83" actId="9405"/>
          <ac:inkMkLst>
            <pc:docMk/>
            <pc:sldMk cId="2515468531" sldId="290"/>
            <ac:inkMk id="303" creationId="{DB6F3528-2DDF-5A89-9316-A4488C0B35A1}"/>
          </ac:inkMkLst>
        </pc:inkChg>
      </pc:sldChg>
    </pc:docChg>
  </pc:docChgLst>
  <pc:docChgLst>
    <pc:chgData name="Marcos Maillot" userId="fa14b39d-e966-4ebb-a436-4f96f84b9577" providerId="ADAL" clId="{7C9B03B3-4DBB-48A5-996A-D234D8E380B0}"/>
    <pc:docChg chg="custSel modSld">
      <pc:chgData name="Marcos Maillot" userId="fa14b39d-e966-4ebb-a436-4f96f84b9577" providerId="ADAL" clId="{7C9B03B3-4DBB-48A5-996A-D234D8E380B0}" dt="2025-06-04T00:41:13.996" v="53"/>
      <pc:docMkLst>
        <pc:docMk/>
      </pc:docMkLst>
      <pc:sldChg chg="modSp mod">
        <pc:chgData name="Marcos Maillot" userId="fa14b39d-e966-4ebb-a436-4f96f84b9577" providerId="ADAL" clId="{7C9B03B3-4DBB-48A5-996A-D234D8E380B0}" dt="2025-06-03T14:24:31.393" v="36" actId="20577"/>
        <pc:sldMkLst>
          <pc:docMk/>
          <pc:sldMk cId="0" sldId="257"/>
        </pc:sldMkLst>
        <pc:spChg chg="mod">
          <ac:chgData name="Marcos Maillot" userId="fa14b39d-e966-4ebb-a436-4f96f84b9577" providerId="ADAL" clId="{7C9B03B3-4DBB-48A5-996A-D234D8E380B0}" dt="2025-06-03T14:20:06.666" v="22" actId="2057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Marcos Maillot" userId="fa14b39d-e966-4ebb-a436-4f96f84b9577" providerId="ADAL" clId="{7C9B03B3-4DBB-48A5-996A-D234D8E380B0}" dt="2025-06-03T14:24:31.393" v="36" actId="20577"/>
          <ac:spMkLst>
            <pc:docMk/>
            <pc:sldMk cId="0" sldId="257"/>
            <ac:spMk id="84" creationId="{00000000-0000-0000-0000-000000000000}"/>
          </ac:spMkLst>
        </pc:spChg>
      </pc:sldChg>
      <pc:sldChg chg="addSp delSp modSp mod">
        <pc:chgData name="Marcos Maillot" userId="fa14b39d-e966-4ebb-a436-4f96f84b9577" providerId="ADAL" clId="{7C9B03B3-4DBB-48A5-996A-D234D8E380B0}" dt="2025-06-04T00:41:13.996" v="53"/>
        <pc:sldMkLst>
          <pc:docMk/>
          <pc:sldMk cId="2515468531" sldId="290"/>
        </pc:sldMkLst>
      </pc:sldChg>
    </pc:docChg>
  </pc:docChgLst>
  <pc:docChgLst>
    <pc:chgData name="Marcos Maillot" userId="fa14b39d-e966-4ebb-a436-4f96f84b9577" providerId="ADAL" clId="{6875A249-7888-4363-9F92-056EB10F7CD5}"/>
    <pc:docChg chg="custSel addSld modSld">
      <pc:chgData name="Marcos Maillot" userId="fa14b39d-e966-4ebb-a436-4f96f84b9577" providerId="ADAL" clId="{6875A249-7888-4363-9F92-056EB10F7CD5}" dt="2024-11-29T21:45:30.394" v="57" actId="14100"/>
      <pc:docMkLst>
        <pc:docMk/>
      </pc:docMkLst>
      <pc:sldChg chg="modSp mod">
        <pc:chgData name="Marcos Maillot" userId="fa14b39d-e966-4ebb-a436-4f96f84b9577" providerId="ADAL" clId="{6875A249-7888-4363-9F92-056EB10F7CD5}" dt="2024-11-29T21:45:30.394" v="57" actId="14100"/>
        <pc:sldMkLst>
          <pc:docMk/>
          <pc:sldMk cId="0" sldId="278"/>
        </pc:sldMkLst>
      </pc:sldChg>
      <pc:sldChg chg="addSp delSp modSp add mod">
        <pc:chgData name="Marcos Maillot" userId="fa14b39d-e966-4ebb-a436-4f96f84b9577" providerId="ADAL" clId="{6875A249-7888-4363-9F92-056EB10F7CD5}" dt="2024-11-29T21:34:44.944" v="9" actId="1076"/>
        <pc:sldMkLst>
          <pc:docMk/>
          <pc:sldMk cId="3137623413" sldId="291"/>
        </pc:sldMkLst>
      </pc:sldChg>
      <pc:sldChg chg="addSp modSp add mod">
        <pc:chgData name="Marcos Maillot" userId="fa14b39d-e966-4ebb-a436-4f96f84b9577" providerId="ADAL" clId="{6875A249-7888-4363-9F92-056EB10F7CD5}" dt="2024-11-29T21:36:07.654" v="22" actId="1076"/>
        <pc:sldMkLst>
          <pc:docMk/>
          <pc:sldMk cId="4139229005" sldId="292"/>
        </pc:sldMkLst>
      </pc:sldChg>
      <pc:sldChg chg="addSp delSp modSp add mod">
        <pc:chgData name="Marcos Maillot" userId="fa14b39d-e966-4ebb-a436-4f96f84b9577" providerId="ADAL" clId="{6875A249-7888-4363-9F92-056EB10F7CD5}" dt="2024-11-29T21:37:21.674" v="39" actId="1076"/>
        <pc:sldMkLst>
          <pc:docMk/>
          <pc:sldMk cId="3179616302" sldId="293"/>
        </pc:sldMkLst>
      </pc:sldChg>
      <pc:sldChg chg="addSp delSp modSp add mod">
        <pc:chgData name="Marcos Maillot" userId="fa14b39d-e966-4ebb-a436-4f96f84b9577" providerId="ADAL" clId="{6875A249-7888-4363-9F92-056EB10F7CD5}" dt="2024-11-29T21:39:33.364" v="55" actId="1076"/>
        <pc:sldMkLst>
          <pc:docMk/>
          <pc:sldMk cId="1421602177" sldId="294"/>
        </pc:sldMkLst>
      </pc:sldChg>
    </pc:docChg>
  </pc:docChgLst>
  <pc:docChgLst>
    <pc:chgData name="Marcos Maillot" userId="fa14b39d-e966-4ebb-a436-4f96f84b9577" providerId="ADAL" clId="{99863556-EDB4-416E-A189-D7BEBC9D2890}"/>
    <pc:docChg chg="custSel addSld modSld sldOrd">
      <pc:chgData name="Marcos Maillot" userId="fa14b39d-e966-4ebb-a436-4f96f84b9577" providerId="ADAL" clId="{99863556-EDB4-416E-A189-D7BEBC9D2890}" dt="2025-04-08T20:00:51.115" v="134" actId="478"/>
      <pc:docMkLst>
        <pc:docMk/>
      </pc:docMkLst>
      <pc:sldChg chg="modSp mod">
        <pc:chgData name="Marcos Maillot" userId="fa14b39d-e966-4ebb-a436-4f96f84b9577" providerId="ADAL" clId="{99863556-EDB4-416E-A189-D7BEBC9D2890}" dt="2025-04-08T19:39:40.991" v="2" actId="20577"/>
        <pc:sldMkLst>
          <pc:docMk/>
          <pc:sldMk cId="0" sldId="256"/>
        </pc:sldMkLst>
      </pc:sldChg>
      <pc:sldChg chg="modSp mod">
        <pc:chgData name="Marcos Maillot" userId="fa14b39d-e966-4ebb-a436-4f96f84b9577" providerId="ADAL" clId="{99863556-EDB4-416E-A189-D7BEBC9D2890}" dt="2025-04-08T19:41:13.160" v="75" actId="20577"/>
        <pc:sldMkLst>
          <pc:docMk/>
          <pc:sldMk cId="0" sldId="257"/>
        </pc:sldMkLst>
      </pc:sldChg>
      <pc:sldChg chg="addSp delSp mod">
        <pc:chgData name="Marcos Maillot" userId="fa14b39d-e966-4ebb-a436-4f96f84b9577" providerId="ADAL" clId="{99863556-EDB4-416E-A189-D7BEBC9D2890}" dt="2025-04-08T19:48:44.570" v="80" actId="478"/>
        <pc:sldMkLst>
          <pc:docMk/>
          <pc:sldMk cId="0" sldId="272"/>
        </pc:sldMkLst>
      </pc:sldChg>
      <pc:sldChg chg="ord modNotes">
        <pc:chgData name="Marcos Maillot" userId="fa14b39d-e966-4ebb-a436-4f96f84b9577" providerId="ADAL" clId="{99863556-EDB4-416E-A189-D7BEBC9D2890}" dt="2025-04-08T19:42:14.891" v="77"/>
        <pc:sldMkLst>
          <pc:docMk/>
          <pc:sldMk cId="0" sldId="274"/>
        </pc:sldMkLst>
      </pc:sldChg>
      <pc:sldChg chg="addSp delSp modSp add mod">
        <pc:chgData name="Marcos Maillot" userId="fa14b39d-e966-4ebb-a436-4f96f84b9577" providerId="ADAL" clId="{99863556-EDB4-416E-A189-D7BEBC9D2890}" dt="2025-04-08T20:00:43.352" v="133" actId="14100"/>
        <pc:sldMkLst>
          <pc:docMk/>
          <pc:sldMk cId="3064181911" sldId="295"/>
        </pc:sldMkLst>
      </pc:sldChg>
      <pc:sldChg chg="addSp delSp modSp add mod">
        <pc:chgData name="Marcos Maillot" userId="fa14b39d-e966-4ebb-a436-4f96f84b9577" providerId="ADAL" clId="{99863556-EDB4-416E-A189-D7BEBC9D2890}" dt="2025-04-08T20:00:51.115" v="134" actId="478"/>
        <pc:sldMkLst>
          <pc:docMk/>
          <pc:sldMk cId="238751435" sldId="29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8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5 136 0 0,'-1'-1'133'0'0,"-1"0"1"0"0,1 1-1 0 0,-1-1 0 0 0,1 1 1 0 0,-1-1-1 0 0,1 1 1 0 0,-1 0-1 0 0,0 0 0 0 0,1-1 1 0 0,-1 1-1 0 0,1 0 0 0 0,-1 1 1 0 0,0-1-1 0 0,1 0 1 0 0,-1 0-1 0 0,1 1 0 0 0,-1-1 1 0 0,1 0-1 0 0,-1 1 0 0 0,1 0 1 0 0,-1-1-1 0 0,-1 2 1 0 0,0 1-22 0 0,0-1 0 0 0,1 0 0 0 0,-1 1 0 0 0,1-1 0 0 0,0 1 1 0 0,0 0-1 0 0,0 0 0 0 0,0 0 0 0 0,1 0 0 0 0,-3 4 1 0 0,-2 11 110 0 0,0-1 1 0 0,1 1 0 0 0,-4 24-1 0 0,6-24 454 0 0,-11 29 142 0 0,9-36-428 0 0,2 0 0 0 0,0 0 0 0 0,0 0 1 0 0,1 1-1 0 0,-1 13 0 0 0,4-24-387 0 0,-1 0-1 0 0,1 0 1 0 0,0 0 0 0 0,-1 0-1 0 0,1 0 1 0 0,0 0 0 0 0,0-1-1 0 0,0 1 1 0 0,0 0 0 0 0,0 0 0 0 0,0-1-1 0 0,0 1 1 0 0,0-1 0 0 0,0 1-1 0 0,0-1 1 0 0,0 1 0 0 0,0-1-1 0 0,0 0 1 0 0,0 1 0 0 0,1-1 0 0 0,-1 0-1 0 0,0 0 1 0 0,3 0 0 0 0,37 5-204 0 0,-34-5 177 0 0,82 8-327 0 0,-49-7 452 0 0,0 2-1 0 0,0 2 1 0 0,0 2 0 0 0,-1 1 0 0 0,0 2 0 0 0,37 15 0 0 0,-76-25-99 0 0,1 1 1 0 0,0 0 0 0 0,0-1 0 0 0,0 1 0 0 0,0-1 0 0 0,0 1 0 0 0,0-1 0 0 0,0 0 0 0 0,1 1 0 0 0,-1-1 0 0 0,0 0 0 0 0,0 0 0 0 0,0 0-1 0 0,0 0 1 0 0,0 0 0 0 0,0 0 0 0 0,0 0 0 0 0,1 0 0 0 0,-1 0 0 0 0,0 0 0 0 0,0-1 0 0 0,0 1 0 0 0,0 0 0 0 0,0-1 0 0 0,2 0 0 0 0,6-26-114 0 0,-5 4 38 0 0,3 3-9 0 0,0-1-1 0 0,1 1 1 0 0,1 0-1 0 0,13-22 0 0 0,-6 18 166 0 0,1 0-1 0 0,1 1 0 0 0,1 1 1 0 0,40-36-1 0 0,-59 57-11 0 0,-4 2-16 0 0,0 0 0 0 0,0 1 0 0 0,-1-1 0 0 0,1 1 0 0 0,0 0 0 0 0,0-1 0 0 0,-4 4 0 0 0,-10 5 125 0 0,-7-1-44 0 0,0-1 0 0 0,0-2 0 0 0,0 0 0 0 0,-1-1 0 0 0,-41 2 0 0 0,54-7-484 0 0,-1-1 0 0 0,1 0 1 0 0,0-1-1 0 0,0 0 0 0 0,-17-5 1 0 0,20 4-428 0 0,1-1 1 0 0,0 0 0 0 0,0 0-1 0 0,0-1 1 0 0,1 0 0 0 0,-1-1-1 0 0,-13-12 1 0 0,-19-14-1373 0 0,33 27 1895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9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220 316 176 0 0,'-15'2'622'0'0,"0"-2"-1"0"0,0 0 1 0 0,-1 0-1 0 0,1-1 1 0 0,0-1-1 0 0,-26-7 1 0 0,37 9-534 0 0,-1-1 0 0 0,1-1 1 0 0,-1 1-1 0 0,1-1 0 0 0,0 1 0 0 0,-1-1 0 0 0,1 0 0 0 0,0-1 1 0 0,0 1-1 0 0,1-1 0 0 0,-1 0 0 0 0,0 0 0 0 0,1 0 1 0 0,0 0-1 0 0,0-1 0 0 0,0 1 0 0 0,0-1 0 0 0,0 0 0 0 0,1 0 1 0 0,-1 0-1 0 0,1 0 0 0 0,0 0 0 0 0,0 0 0 0 0,1-1 1 0 0,-1 1-1 0 0,0-6 0 0 0,2 4-12 0 0,1 0 0 0 0,-1 0 0 0 0,2 0 0 0 0,-1 1 1 0 0,0-1-1 0 0,1 0 0 0 0,0 1 0 0 0,0-1 0 0 0,1 1 0 0 0,0-1 0 0 0,-1 1 1 0 0,2 0-1 0 0,-1 0 0 0 0,1 0 0 0 0,0 1 0 0 0,0-1 0 0 0,0 1 0 0 0,0 0 0 0 0,1 0 1 0 0,6-4-1 0 0,12-9 142 0 0,0 1 1 0 0,46-23-1 0 0,-55 32-160 0 0,-1 1 0 0 0,1 1 1 0 0,29-8-1 0 0,-29 11-811 0 0,0 0 0 0 0,1 1 0 0 0,-1 0 0 0 0,0 1 0 0 0,1 1 1 0 0,-1 0-1 0 0,1 1 0 0 0,-1 1 0 0 0,0 0 0 0 0,0 1 1 0 0,23 9-1 0 0,-24-7 504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00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12 188 0 0,'1'-11'4620'0'0,"2"17"-1694"0"0,0 20-1846 0 0,-7 56-353 0 0,-24 135 0 0 0,8-75 831 0 0,19-139-1528 0 0,0 0-1 0 0,1 0 1 0 0,-1 0 0 0 0,1 0-1 0 0,0 1 1 0 0,0-1-1 0 0,0 0 1 0 0,1 0-1 0 0,-1 0 1 0 0,1 0-1 0 0,-1 0 1 0 0,1 0-1 0 0,0 0 1 0 0,0 0-1 0 0,1 0 1 0 0,-1 0-1 0 0,1 0 1 0 0,-1-1-1 0 0,4 4 1 0 0,-2-4-31 0 0,0 0 0 0 0,0 0 0 0 0,0 0 0 0 0,1 0-1 0 0,-1-1 1 0 0,1 0 0 0 0,-1 0 0 0 0,1 0 0 0 0,-1 0 0 0 0,1 0 0 0 0,0-1 0 0 0,-1 0 0 0 0,1 0 0 0 0,0 0 0 0 0,-1 0 0 0 0,6-1-1 0 0,283-37-143 0 0,-111 10-124 0 0,138 0 784 0 0,-270 25-489 0 0,-41 1-181 0 0,0 0-1 0 0,1 0 1 0 0,-1-1-1 0 0,0 0 1 0 0,0 0-1 0 0,0-1 1 0 0,0 0-1 0 0,-1 0 1 0 0,0-1-1 0 0,0 0 1 0 0,0 0 0 0 0,0-1-1 0 0,-1 0 1 0 0,0 0-1 0 0,0 0 1 0 0,-1-1-1 0 0,6-8 1 0 0,-3 4-114 0 0,0 0 1 0 0,-1-1-1 0 0,0-1 1 0 0,-1 1-1 0 0,0-1 1 0 0,-1 0-1 0 0,0 0 1 0 0,-1 0-1 0 0,-1-1 1 0 0,2-15-1 0 0,-5 26 245 0 0,0 0 0 0 0,0 0 0 0 0,0 0 0 0 0,0 0 0 0 0,-1-1 0 0 0,0 1 0 0 0,1 0 0 0 0,-1 0 0 0 0,0 0 0 0 0,-1 0 0 0 0,1 0 0 0 0,0 0 0 0 0,-1 1 0 0 0,0-1 0 0 0,1 0 0 0 0,-1 1 0 0 0,0-1 0 0 0,0 1 0 0 0,-1 0 0 0 0,1 0 0 0 0,0-1 0 0 0,-1 2 0 0 0,0-1 0 0 0,1 0 0 0 0,-1 0 0 0 0,0 1 0 0 0,0-1 0 0 0,0 1 0 0 0,0 0 0 0 0,-4-1 0 0 0,-11-4 136 0 0,-1 2 0 0 0,0 0 0 0 0,-38-3 0 0 0,30 4-162 0 0,-113-8-1284 0 0,-157 7 0 0 0,169 5-2029 0 0,115-1 3147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0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24 263 152 0 0,'-1'0'132'0'0,"0"0"1"0"0,-1 0-1 0 0,1-1 0 0 0,0 1 1 0 0,0-1-1 0 0,0 1 1 0 0,0-1-1 0 0,0 1 0 0 0,0-1 1 0 0,0 1-1 0 0,0-1 0 0 0,0 0 1 0 0,0 0-1 0 0,0 1 0 0 0,0-1 1 0 0,0 0-1 0 0,1 0 1 0 0,-1 0-1 0 0,0 0 0 0 0,1 0 1 0 0,-1 0-1 0 0,1 0 0 0 0,-1 0 1 0 0,1 0-1 0 0,-1-1 0 0 0,1 1 1 0 0,0 0-1 0 0,-1-2 1 0 0,1 0-53 0 0,1 1 1 0 0,-1-1 0 0 0,1 0-1 0 0,-1 1 1 0 0,1-1 0 0 0,0 1-1 0 0,0-1 1 0 0,0 1 0 0 0,1 0 0 0 0,-1-1-1 0 0,0 1 1 0 0,4-3 0 0 0,2-4 2 0 0,0 1 0 0 0,1 0 1 0 0,0 0-1 0 0,0 1 0 0 0,16-10 1 0 0,149-79-344 0 0,-140 80-2017 0 0,55-16 0 0 0,-81 30 1804 0 0,-7 2 276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01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1 466 180 0 0,'0'0'2960'0'0,"10"-32"-1482"0"0,131-265-3599 0 0,-80 177 1 0 0,-52 103 1911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3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 88 0 0,'-12'-2'-157'0'0,"1"7"5183"0"0,13 3 559 0 0,10-2-4784 0 0,40 7-18 0 0,0-2 0 0 0,1-3 0 0 0,0-1 0 0 0,94-2-1 0 0,-106-3-1154 0 0,-19 0-2934 0 0,-1 1 0 0 0,1 1 0 0 0,21 7 0 0 0,3 5 2044 0 0,-33-12 991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5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5 140 0 0,'0'0'160'0'0,"0"0"0"0"0,0-1 0 0 0,-1 1 0 0 0,1 0 0 0 0,0-1 0 0 0,0 1 0 0 0,-1 0 0 0 0,1 0 0 0 0,0-1 0 0 0,-1 1-1 0 0,1 0 1 0 0,0 0 0 0 0,-1 0 0 0 0,1-1 0 0 0,0 1 0 0 0,-1 0 0 0 0,1 0 0 0 0,-1 0 0 0 0,1 0 0 0 0,0 0 0 0 0,-1 0 0 0 0,1 0 0 0 0,-1 0 0 0 0,1 0 0 0 0,0 0 0 0 0,-1 0 0 0 0,1 0 0 0 0,-1 0 0 0 0,1 0-1 0 0,0 0 1 0 0,-1 0 0 0 0,1 1 0 0 0,0-1 0 0 0,-1 0 0 0 0,1 0 0 0 0,0 0 0 0 0,-1 1 0 0 0,1-1 0 0 0,0 0 0 0 0,-1 0 0 0 0,1 1 0 0 0,0-1 0 0 0,0 0 0 0 0,-1 1 0 0 0,1-1 0 0 0,0 0 0 0 0,0 1 0 0 0,-1-1 0 0 0,7 10 4479 0 0,2-3-5935 0 0,19 9 1642 0 0,1-1 0 0 0,0-2-1 0 0,1-1 1 0 0,0-1 0 0 0,61 13 0 0 0,-12-9 1040 0 0,93 5 0 0 0,-122-18-1056 0 0,25-5 666 0 0,-23-5-3320 0 0,-42 18-7583 0 0,12 12 6522 0 0,7 0 1971 0 0,-16-14 1122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20 0 0,'0'0'844'0'0,"-8"29"5270"0"0,12 167-1151 0 0,0 9-2423 0 0,-4-205-2570 0 0,12-11-9948 0 0,14-10 6328 0 0,-14 15 3074 0 0,-5 4 353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3 180 0 0,'6'-1'7804'0'0,"-12"8"10"0"0,1-1-6292 0 0,1 0-3485 0 0,-12 20 1897 0 0,2 1 0 0 0,1 0 0 0 0,-12 38 0 0 0,24-62 52 0 0,1-3 2 0 0,0 1-1 0 0,0 0 1 0 0,0-1-1 0 0,-1 1 1 0 0,1-1 0 0 0,0 1-1 0 0,0-1 1 0 0,0 1-1 0 0,0-1 1 0 0,0 1-1 0 0,0-1 1 0 0,0 1-1 0 0,0 0 1 0 0,0-1-1 0 0,0 1 1 0 0,1-1-1 0 0,-1 1 1 0 0,0-1-1 0 0,0 1 1 0 0,0-1 0 0 0,1 1-1 0 0,-1-1 1 0 0,0 1-1 0 0,0-1 1 0 0,1 1-1 0 0,-1-1 1 0 0,1 0-1 0 0,-1 1 1 0 0,0-1-1 0 0,1 1 1 0 0,0-1-1 0 0,21 7-232 0 0,22-8 34 0 0,-30-2 211 0 0,1 0 0 0 0,-1-1-1 0 0,0-1 1 0 0,-1 0 0 0 0,1-1 0 0 0,23-14 0 0 0,-31 17 20 0 0,-1 0 1 0 0,0-1 0 0 0,0 0-1 0 0,0 0 1 0 0,0 0 0 0 0,0-1-1 0 0,-1 0 1 0 0,0 1 0 0 0,0-2-1 0 0,0 1 1 0 0,-1 0 0 0 0,0-1-1 0 0,0 1 1 0 0,0-1 0 0 0,-1 0-1 0 0,1 0 1 0 0,-1 0 0 0 0,1-8-1 0 0,-3 13 59 0 0,0-1 0 0 0,0 1 0 0 0,0 0 0 0 0,0-1-1 0 0,0 1 1 0 0,0 0 0 0 0,0-1 0 0 0,0 1 0 0 0,-1 0 0 0 0,1-1-1 0 0,0 1 1 0 0,-1 0 0 0 0,1 0 0 0 0,-1 0 0 0 0,0-1 0 0 0,1 1-1 0 0,-1 0 1 0 0,0 0 0 0 0,0 0 0 0 0,1 0 0 0 0,-1 0-1 0 0,0 0 1 0 0,0 0 0 0 0,-2-1 0 0 0,0 1 91 0 0,0-1 0 0 0,0 0 1 0 0,0 1-1 0 0,0 0 0 0 0,0 0 1 0 0,-1 0-1 0 0,1 0 0 0 0,0 0 0 0 0,-6 0 1 0 0,-7 1 240 0 0,-1-1-1 0 0,0 2 1 0 0,-17 3 0 0 0,27-4-447 0 0,-1 1-327 0 0,-33 6 789 0 0,19 3-7422 0 0,33-7-1014 0 0,16 5 5642 0 0,32 5 184 0 0,-41-9 1903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918 117 4 0 0,'-4'-6'401'0'0,"0"0"0"0"0,0 1 0 0 0,-1 0 0 0 0,1-1 0 0 0,-1 1 0 0 0,-1 1 0 0 0,1-1 0 0 0,-1 1 0 0 0,0 0 0 0 0,1 0 0 0 0,-2 0-1 0 0,1 1 1 0 0,0 0 0 0 0,-1 1 0 0 0,-12-5 0 0 0,-15-2 1863 0 0,-64-10-1 0 0,82 16-2301 0 0,-24-3 212 0 0,0 2 1 0 0,-1 2 0 0 0,1 1 0 0 0,-1 2 0 0 0,0 2 0 0 0,-63 13-1 0 0,85-12-179 0 0,0 0 0 0 0,0 2 0 0 0,1 0-1 0 0,0 2 1 0 0,0 0 0 0 0,1 0 0 0 0,-1 2 0 0 0,2 0-1 0 0,0 1 1 0 0,0 1 0 0 0,1 0 0 0 0,0 1-1 0 0,1 1 1 0 0,1 0 0 0 0,-21 28 0 0 0,28-30-1 0 0,0-1 1 0 0,1 1-1 0 0,0 0 1 0 0,1 1-1 0 0,1-1 1 0 0,0 1-1 0 0,0-1 1 0 0,1 1-1 0 0,1 0 1 0 0,0 0 0 0 0,1 0-1 0 0,1 0 1 0 0,0 0-1 0 0,0 0 1 0 0,1 0-1 0 0,1-1 1 0 0,7 22-1 0 0,-1-4-29 0 0,2-1 0 0 0,1 0 1 0 0,2-1-1 0 0,0-1 0 0 0,2 0 0 0 0,24 32 0 0 0,-29-46 11 0 0,0 0-1 0 0,1 0 1 0 0,0-1-1 0 0,0-1 1 0 0,2 0-1 0 0,-1-1 1 0 0,2 0 0 0 0,-1-1-1 0 0,1 0 1 0 0,0-2-1 0 0,1 0 1 0 0,0 0-1 0 0,0-1 1 0 0,0-1 0 0 0,32 5-1 0 0,-27-8 90 0 0,1 0-1 0 0,0-1 1 0 0,-1-2 0 0 0,1 0-1 0 0,0-1 1 0 0,0-1 0 0 0,-1-1-1 0 0,0-1 1 0 0,0-1 0 0 0,0-1-1 0 0,-1-1 1 0 0,22-11-1 0 0,-24 9 76 0 0,0-1 0 0 0,0 0-1 0 0,-1-1 1 0 0,0-1 0 0 0,-1-1-1 0 0,-1 0 1 0 0,21-26-1 0 0,-29 32-71 0 0,0-1 0 0 0,0 0-1 0 0,-1-1 1 0 0,-1 1 0 0 0,1-1 0 0 0,-1 0-1 0 0,-1-1 1 0 0,0 1 0 0 0,-1-1-1 0 0,0 0 1 0 0,0 0 0 0 0,-1 0 0 0 0,0 0-1 0 0,-1 0 1 0 0,-1-20 0 0 0,0 28-193 0 0,0 1 0 0 0,0-1 0 0 0,-1 0 0 0 0,1 1 0 0 0,-1-1 0 0 0,0 0-1 0 0,1 1 1 0 0,-1-1 0 0 0,-1 1 0 0 0,1-1 0 0 0,0 1 0 0 0,0 0 0 0 0,-1 0 0 0 0,1-1 0 0 0,-1 1 0 0 0,-4-4 0 0 0,5 5-95 0 0,-1 0-1 0 0,0 1 0 0 0,1-1 1 0 0,-1 0-1 0 0,0 0 1 0 0,0 1-1 0 0,0-1 1 0 0,1 1-1 0 0,-1-1 0 0 0,0 1 1 0 0,0 0-1 0 0,0 0 1 0 0,0 0-1 0 0,0 0 1 0 0,0 0-1 0 0,0 0 0 0 0,0 1 1 0 0,-2 0-1 0 0,-3 1-260 0 0,0 1 0 0 0,1-1 0 0 0,-1 2 0 0 0,1-1 0 0 0,0 1 0 0 0,0 0 0 0 0,0 0 0 0 0,0 0 0 0 0,1 1 0 0 0,-1 0 0 0 0,-4 7 0 0 0,-6 8-162 0 0,2 1 1 0 0,-22 38-1 0 0,19-27 381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1:03:5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1099 301 14774,'0'12'0,"-2"0"0,0-1 0,-1 1 0,-1 0 0,0-1 0,-2 1 0,0-1 0,-1 0 0,-1 0 0,0 0 0,-2 0 0,0-1 0,-1 0 0,-1 0 0,0 0 0,-1-1 0,-1 0 0,0 0 0,-1 0 0,0-1 0,-2 0 0,1-1 0,-2 1 0,1-2 0,-1 1 0,-1-1 0,0-1 0,0 0 0,-1 0 0,0-1 0,-1 0 0,1 0 0,-1-1 0,0-1 0,-1 0 0,1 0 0,0-1 0,-1 0 0,1-1 0,-1 0 0,0-1 0,1 0 0,0-1 0,-1 0 0,1 0 0,0-1 0,1-1 0,-1 0 0,1 0 0,0-1 0,1 0 0,0 0 0,0-1 0,1-1 0,1 1 0,-1-2 0,2 1 0,-1-1 0,2 0 0,0-1 0,1 0 0,0 0 0,1 0 0,1-1 0,0 0 0,1 0 0,1 0 0,0-1 0,2 0 0,0 0 0,1 0 0,1 0 0,0-1 0,2 1 0,0-1 0,1 0 0,1 1 0,0-1 0,2 0 0,0 0 0,2 0 0,0 1 0,1-1 0,1 0 0,0 1 0,2-1 0,0 1 0,1 0 0,1 0 0,0 0 0,2 0 0,0 1 0,1 0 0,1 0 0,0 0 0,1 1 0,1 0 0,0 0 0,1 0 0,0 1 0,2 0 0,-1 1 0,2-1 0,-1 2 0,1-1 0,1 1 0,0 1 0,0 0 0,1 0 0,0 1 0,1 0 0,-1 0 0,1 1 0,0 1 0,1 0 0,-1 0 0,0 1 0,1 0 0,0 1 0,-1 0 0,1 1 0,-1 0 0,0 1 0,1 0 0,-1 0 0,0 1 0,-1 1 0,1 0 0,-1 0 0,0 1 0,-1 0 0,0 0 0,0 1 0,-1 1 0,-1-1 0,1 2 0,-2-1 0,1 1 0,-2 0 0,0 1 0,-1 0 0,0 0 0,-1 0 0,-1 1 0,0 0 0,-1 0 0,-1 0 0,0 1 0,-2 0 0,0 0 0,-1 0 0,-1 0 0,0 1 0,-2-1 0,0 1 0,-1 0 0,-1-1 0,0 1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4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1 196 0 0,'-11'3'680'0'0,"1"1"1"0"0,0 0-1 0 0,-18 9 1 0 0,-5 13 4206 0 0,39-22-1798 0 0,25 7-2422 0 0,16 2-101 0 0,0-3 0 0 0,2-1-1 0 0,-1-2 1 0 0,1-3 0 0 0,-1-2 0 0 0,1-2 0 0 0,0-2 0 0 0,0-2-1 0 0,-1-2 1 0 0,54-14 0 0 0,-80 13 3617 0 0,-8 2-7575 0 0,-33 23-14453 0 0,14-13 17476 0 0,-2 1 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72 0 0,'15'-1'6658'0'0,"22"10"-4097"0"0,-31-7-2347 0 0,80 17 1058 0 0,46-3-2299 0 0,-74-10-3093 0 0,103 23-1 0 0,-106-12 2965 0 0,-38-13 903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6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52 0 0,'6'0'1080'0'0,"0"0"-1"0"0,0 0 1 0 0,0 0-1 0 0,0 0 1 0 0,0 1-1 0 0,0 0 1 0 0,-1 1-1 0 0,10 2 1 0 0,24 4-489 0 0,-12-9-582 0 0,-1-1 1 0 0,1-1-1 0 0,-1-1 0 0 0,0-1 0 0 0,0-2 1 0 0,38-14-1 0 0,-31 9-2012 0 0,-1 3 0 0 0,1 1 0 0 0,41-5 0 0 0,-17 16-11 0 0,-44 0 1724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0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5 132 0 0,'0'0'73'0'0,"0"-1"-1"0"0,0 1 1 0 0,0 0 0 0 0,0 0-1 0 0,0-1 1 0 0,-1 1 0 0 0,1 0-1 0 0,0 0 1 0 0,0 0 0 0 0,0 0-1 0 0,0-1 1 0 0,-1 1-1 0 0,1 0 1 0 0,0 0 0 0 0,0 0-1 0 0,0 0 1 0 0,-1 0 0 0 0,1-1-1 0 0,0 1 1 0 0,0 0 0 0 0,-1 0-1 0 0,1 0 1 0 0,0 0 0 0 0,0 0-1 0 0,0 0 1 0 0,-1 0 0 0 0,1 0-1 0 0,0 0 1 0 0,0 0 0 0 0,-1 0-1 0 0,1 0 1 0 0,0 0 0 0 0,0 0-1 0 0,-1 0 1 0 0,1 0-1 0 0,0 0 1 0 0,0 0 0 0 0,-1 1-1 0 0,1-1 1 0 0,0 0 0 0 0,0 0-1 0 0,0 0 1 0 0,-1 0 0 0 0,1 0-1 0 0,0 1 1 0 0,0-1 0 0 0,0 0-1 0 0,-1 0 1 0 0,1 0 0 0 0,0 0-1 0 0,0 1 1 0 0,0-1 0 0 0,0 0-1 0 0,0 0 1 0 0,0 1 0 0 0,0-1-1 0 0,-1 0 1 0 0,1 0-1 0 0,0 1 1 0 0,0-1 0 0 0,0 0-1 0 0,0 0 1 0 0,0 1 0 0 0,-6 30 1955 0 0,3 37-278 0 0,4 190 2218 0 0,0-103-4263 0 0,-1-53-1851 0 0,-4-116-5011 0 0,-1-18 5382 0 0,3-4 839 0 0,1 21 725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64 0 0,'-8'4'3798'0'0,"-10"16"-2398"0"0,-16 25 293 0 0,30-39-1387 0 0,-7 9 420 0 0,0 0-1 0 0,1 1 0 0 0,1 0 0 0 0,0 1 0 0 0,2 0 0 0 0,0 0 0 0 0,-7 25 0 0 0,14-41-716 0 0,0-1 0 0 0,0 1 0 0 0,-1-1 0 0 0,1 1 0 0 0,0-1 0 0 0,0 1 0 0 0,0-1 0 0 0,0 0 0 0 0,0 1 0 0 0,0-1 0 0 0,0 1 0 0 0,1-1 0 0 0,-1 1 0 0 0,0-1 0 0 0,0 1 0 0 0,0-1 0 0 0,0 0 0 0 0,1 1-1 0 0,-1-1 1 0 0,0 1 0 0 0,0-1 0 0 0,1 0 0 0 0,-1 1 0 0 0,0-1 0 0 0,0 0 0 0 0,1 1 0 0 0,-1-1 0 0 0,1 0 0 0 0,-1 1 0 0 0,0-1 0 0 0,1 0 0 0 0,-1 0 0 0 0,1 0 0 0 0,0 1 0 0 0,20-1 3 0 0,19-13-119 0 0,-18 2 138 0 0,-1-2 0 0 0,0-1 0 0 0,0-1 0 0 0,-2 0 0 0 0,0-1 0 0 0,-1-1 0 0 0,29-35 0 0 0,-47 52-70 0 0,0 0-1 0 0,0 0 1 0 0,0 0 0 0 0,0-1-1 0 0,0 1 1 0 0,0 0 0 0 0,0 0-1 0 0,0 0 1 0 0,1 0-1 0 0,-1 0 1 0 0,0-1 0 0 0,0 1-1 0 0,0 0 1 0 0,0 0 0 0 0,0 0-1 0 0,0 0 1 0 0,0-1-1 0 0,0 1 1 0 0,0 0 0 0 0,0 0-1 0 0,0 0 1 0 0,0 0 0 0 0,0 0-1 0 0,0-1 1 0 0,0 1-1 0 0,0 0 1 0 0,0 0 0 0 0,0 0-1 0 0,0 0 1 0 0,0-1 0 0 0,-1 1-1 0 0,1 0 1 0 0,0 0-1 0 0,0 0 1 0 0,0 0 0 0 0,0 0-1 0 0,0-1 1 0 0,0 1 0 0 0,0 0-1 0 0,-1 0 1 0 0,1 0-1 0 0,0 0 1 0 0,0 0 0 0 0,0 0-1 0 0,0 0 1 0 0,0 0 0 0 0,-1 0-1 0 0,1 0 1 0 0,0-1-1 0 0,0 1 1 0 0,0 0 0 0 0,0 0-1 0 0,-1 0 1 0 0,-15-2-2841 0 0,-15 3-2073 0 0,-29 3 1751 0 0,47-4 2950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4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40 0 0,'0'0'242'0'0,"-15"32"5295"0"0,8 13-3972 0 0,2 0-1 0 0,2 0 1 0 0,5 77 0 0 0,-1 24-1247 0 0,-3-109-314 0 0,-1 33-2874 0 0,-1-108-6130 0 0,3 29 8730 0 0,0-1 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0 164 0 0,'0'4'4820'0'0,"2"41"-1446"0"0,-3-35-3066 0 0,-1 0-1 0 0,0-1 1 0 0,-1 1-1 0 0,0-1 1 0 0,0 1-1 0 0,-1-1 1 0 0,0 0-1 0 0,-1-1 1 0 0,-7 11-1 0 0,-1-2 257 0 0,-1-1-1 0 0,-1 0 0 0 0,-20 16 1 0 0,35-32-568 0 0,29 0-276 0 0,0-2 129 0 0,54-10-1 0 0,-73 10 161 0 0,0-1 0 0 0,1 1 0 0 0,-1-2 0 0 0,0 1 0 0 0,0-2 0 0 0,-1 1 0 0 0,1-1 0 0 0,-1-1 0 0 0,0 0 0 0 0,-1 0 0 0 0,11-9 0 0 0,-19 14 17 0 0,1 0-1 0 0,-1 1 1 0 0,1-1 0 0 0,-1 0 0 0 0,1 0-1 0 0,-1 1 1 0 0,0-1 0 0 0,0 0 0 0 0,1 0-1 0 0,-1 0 1 0 0,0 0 0 0 0,0 1 0 0 0,0-1-1 0 0,0 0 1 0 0,0 0 0 0 0,0 0 0 0 0,0 0-1 0 0,0 0 1 0 0,0 0 0 0 0,0 1 0 0 0,0-1-1 0 0,-1 0 1 0 0,1 0 0 0 0,0 0 0 0 0,-1 0-1 0 0,1 1 1 0 0,-1-1 0 0 0,1 0 0 0 0,0 0-1 0 0,-1 1 1 0 0,0-1 0 0 0,1 0 0 0 0,-1 1-1 0 0,1-1 1 0 0,-1 1 0 0 0,0-1-1 0 0,1 1 1 0 0,-1-1 0 0 0,0 1 0 0 0,0-1-1 0 0,-1 0 1 0 0,-45-24-485 0 0,25 14-3667 0 0,33 7-4446 0 0,10 6 7893 0 0,-11 1 386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3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30 80 0 0,'-3'-4'89'0'0,"-10"-17"3127"0"0,13 21-3098 0 0,0-1 0 0 0,0 1 0 0 0,0 0-1 0 0,0 0 1 0 0,0-1 0 0 0,0 1 0 0 0,-1 0-1 0 0,1 0 1 0 0,0 0 0 0 0,0 0 0 0 0,0-1-1 0 0,0 1 1 0 0,-1 0 0 0 0,1 0 0 0 0,0 0-1 0 0,0 0 1 0 0,0 0 0 0 0,-1-1 0 0 0,1 1-1 0 0,0 0 1 0 0,0 0 0 0 0,-1 0 0 0 0,1 0-1 0 0,0 0 1 0 0,0 0 0 0 0,0 0 0 0 0,-1 0-1 0 0,1 0 1 0 0,0 0 0 0 0,0 0 0 0 0,-1 0-1 0 0,1 0 1 0 0,0 0 0 0 0,0 0 0 0 0,-1 0-1 0 0,1 0 1 0 0,0 0 0 0 0,0 0 0 0 0,0 1-1 0 0,-1-1 1 0 0,1 0 0 0 0,0 0 0 0 0,0 0-1 0 0,0 0 1 0 0,-1 0 0 0 0,1 1 0 0 0,0-1-1 0 0,0 0 1 0 0,0 0 0 0 0,0 0 0 0 0,-1 0-1 0 0,1 1 1 0 0,0-1 0 0 0,0 0 0 0 0,0 0-1 0 0,0 1 1 0 0,0-1 0 0 0,0 0 0 0 0,0 0-1 0 0,0 0 1 0 0,0 1 0 0 0,0-1-1 0 0,0 0 1 0 0,0 0 0 0 0,0 1 0 0 0,0-1-1 0 0,0 0 1 0 0,0 0 0 0 0,0 1 0 0 0,-11 37 852 0 0,-29 71 1 0 0,-4 11-105 0 0,43-118-877 0 0,0 0 0 0 0,1 0-1 0 0,-1-1 1 0 0,0 1 0 0 0,1 0-1 0 0,0 0 1 0 0,0 0 0 0 0,-1 0-1 0 0,1 0 1 0 0,0 0 0 0 0,1 0-1 0 0,-1 0 1 0 0,0 0 0 0 0,0 0 0 0 0,1 0-1 0 0,-1 0 1 0 0,1-1 0 0 0,0 1-1 0 0,0 0 1 0 0,-1 0 0 0 0,1 0-1 0 0,0-1 1 0 0,0 1 0 0 0,1-1-1 0 0,-1 1 1 0 0,0-1 0 0 0,1 1-1 0 0,-1-1 1 0 0,0 1 0 0 0,1-1-1 0 0,-1 0 1 0 0,1 0 0 0 0,0 0-1 0 0,0 0 1 0 0,-1 0 0 0 0,1 0 0 0 0,0-1-1 0 0,0 1 1 0 0,0 0 0 0 0,0-1-1 0 0,-1 0 1 0 0,4 1 0 0 0,10 1-136 0 0,0-1 1 0 0,1 0 0 0 0,-1-1 0 0 0,26-4-1 0 0,-3 2-2052 0 0,-17 1-4129 0 0,11-4 2842 0 0,-19 3 2761 0 0,-5 1 418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8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676 108 52 0 0,'0'-4'329'0'0,"0"1"0"0"0,0-1 0 0 0,-1 0 1 0 0,1 1-1 0 0,-1-1 0 0 0,0 1 0 0 0,0-1 0 0 0,-1 1 0 0 0,1-1 1 0 0,-1 1-1 0 0,1 0 0 0 0,-1 0 0 0 0,0 0 0 0 0,0 0 0 0 0,0 0 0 0 0,-1 0 1 0 0,-4-5-1 0 0,-31-14 1664 0 0,9 13-725 0 0,-8 4-869 0 0,1 1 0 0 0,-1 2 0 0 0,1 2 0 0 0,-1 1 0 0 0,1 1 0 0 0,-1 3 0 0 0,-58 14 0 0 0,82-16-376 0 0,1 0 0 0 0,0 1-1 0 0,0 1 1 0 0,0 0 0 0 0,1 1-1 0 0,0 0 1 0 0,0 0 0 0 0,0 2-1 0 0,1-1 1 0 0,0 1 0 0 0,0 0-1 0 0,1 1 1 0 0,0 0 0 0 0,1 1-1 0 0,0 0 1 0 0,1 0 0 0 0,-1 1-1 0 0,2 0 1 0 0,0 0-1 0 0,0 0 1 0 0,1 1 0 0 0,0 0-1 0 0,1 0 1 0 0,1 0 0 0 0,0 0-1 0 0,0 1 1 0 0,1 0 0 0 0,1-1-1 0 0,0 1 1 0 0,1 0 0 0 0,0-1-1 0 0,4 26 1 0 0,0-21-29 0 0,0-1 0 0 0,2 1 0 0 0,0-1-1 0 0,0 0 1 0 0,2 0 0 0 0,0-1 0 0 0,1 0 0 0 0,0-1 0 0 0,1 0 0 0 0,1 0 0 0 0,0-1 0 0 0,1 0-1 0 0,0-1 1 0 0,1 0 0 0 0,0-1 0 0 0,30 18 0 0 0,-14-12-10 0 0,1 0 0 0 0,1-2 0 0 0,0-2 0 0 0,1 0-1 0 0,0-2 1 0 0,1-2 0 0 0,56 9 0 0 0,-55-13 78 0 0,1-2 0 0 0,0-1-1 0 0,0-2 1 0 0,0-1 0 0 0,-1-2 0 0 0,1-1-1 0 0,-1-2 1 0 0,37-11 0 0 0,-54 12-28 0 0,0-1 0 0 0,-1 0 0 0 0,0-1 0 0 0,0-1 0 0 0,0-1 1 0 0,-1 0-1 0 0,0-1 0 0 0,-1 0 0 0 0,0-1 0 0 0,-1-1 0 0 0,0 0 0 0 0,-1-1 1 0 0,0 0-1 0 0,-1-1 0 0 0,-1 0 0 0 0,0-1 0 0 0,14-27 0 0 0,-21 32 14 0 0,0 0 1 0 0,0 0-1 0 0,-1-1 0 0 0,0 1 0 0 0,0 0 0 0 0,-1-1 0 0 0,-1 1 0 0 0,0-1 0 0 0,0 1 0 0 0,-1-1 1 0 0,-1 1-1 0 0,1-1 0 0 0,-2 1 0 0 0,1 0 0 0 0,-5-10 0 0 0,3 9 148 0 0,-1-1 0 0 0,1 1-1 0 0,-2 0 1 0 0,0 1 0 0 0,0 0-1 0 0,-1 0 1 0 0,0 0 0 0 0,-1 0 0 0 0,0 1-1 0 0,0 1 1 0 0,-1-1 0 0 0,-17-12 0 0 0,22 18 168 0 0,-1 1 0 0 0,0-1 0 0 0,0 1 1 0 0,0 0-1 0 0,0 0 0 0 0,0 0 1 0 0,-1 1-1 0 0,1 0 0 0 0,-9-1 1 0 0,13 2 136 0 0,-15 2-17757 0 0,-2 10 15057 0 0,-6 12 604 0 0,15-12 1283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3:59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698 59 216 0 0,'-4'-4'289'0'0,"0"0"-1"0"0,0 0 1 0 0,-1 1 0 0 0,1-1-1 0 0,-1 1 1 0 0,0 0 0 0 0,0 0-1 0 0,0 1 1 0 0,0-1 0 0 0,0 1-1 0 0,-1 0 1 0 0,1 0 0 0 0,-1 1 0 0 0,-8-2-1 0 0,-84-8 1849 0 0,93 10-2155 0 0,-27-1 658 0 0,-1 1 0 0 0,1 1 0 0 0,0 2 0 0 0,0 1-1 0 0,0 2 1 0 0,-60 16 0 0 0,79-16-495 0 0,0 0-1 0 0,0 0 1 0 0,0 1 0 0 0,1 1-1 0 0,0 0 1 0 0,1 1 0 0 0,-1 0 0 0 0,1 1-1 0 0,1 0 1 0 0,0 1 0 0 0,0 0-1 0 0,1 0 1 0 0,0 1 0 0 0,1 0-1 0 0,0 1 1 0 0,0 0 0 0 0,2 0 0 0 0,-9 20-1 0 0,10-18-190 0 0,0 0-1 0 0,1 1 0 0 0,1 0 0 0 0,0 0 1 0 0,1 0-1 0 0,0 0 0 0 0,2 0 1 0 0,-1 0-1 0 0,2 0 0 0 0,0 0 0 0 0,1 0 1 0 0,1 0-1 0 0,0 0 0 0 0,1 0 1 0 0,0-1-1 0 0,11 23 0 0 0,-8-21 19 0 0,2 0-1 0 0,0-1 1 0 0,1-1 0 0 0,0 1-1 0 0,1-2 1 0 0,0 1-1 0 0,1-2 1 0 0,1 1 0 0 0,0-2-1 0 0,1 0 1 0 0,0 0-1 0 0,0-1 1 0 0,1-1 0 0 0,19 9-1 0 0,-13-10 44 0 0,0-1 0 0 0,-1-1 0 0 0,2 0 0 0 0,-1-2 0 0 0,1-1 0 0 0,-1 0 0 0 0,1-1 0 0 0,0-2 0 0 0,0 0 0 0 0,0-1 0 0 0,0-2 0 0 0,-1 0 0 0 0,1-1 0 0 0,-1-1 0 0 0,0-1 0 0 0,0-1 1 0 0,31-15-1 0 0,-36 14-57 0 0,-1 0 1 0 0,1-1 0 0 0,-2-1 0 0 0,0 0 0 0 0,0-2-1 0 0,-1 1 1 0 0,0-1 0 0 0,-1-1 0 0 0,20-26 0 0 0,-24 27 106 0 0,-1-1-1 0 0,0 1 1 0 0,-1-1 0 0 0,0 0 0 0 0,-1-1 0 0 0,0 1 0 0 0,-2-1 0 0 0,1 0 0 0 0,-2 0 0 0 0,0 0 0 0 0,0-1 0 0 0,-1 1 0 0 0,-2-17 0 0 0,1 24 165 0 0,0 1 0 0 0,-1-1 0 0 0,0 0 0 0 0,0 0 1 0 0,-1 1-1 0 0,1-1 0 0 0,-1 1 0 0 0,-1-1 0 0 0,1 1 1 0 0,-1 0-1 0 0,-1 0 0 0 0,1 0 0 0 0,-1 1 0 0 0,0-1 1 0 0,-6-6-1 0 0,3 6 190 0 0,1 1 0 0 0,-2-1 1 0 0,1 2-1 0 0,0-1 0 0 0,-1 1 1 0 0,0 0-1 0 0,0 1 0 0 0,0 0 0 0 0,-1 0 1 0 0,1 0-1 0 0,-13-1 0 0 0,-1-1 198 0 0,-30-4 2096 0 0,39 17-1382 0 0,-1 2-5749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00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 0 0,'3'2'6421'0'0,"19"5"-12537"0"0,-18-7 5887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0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0 180 0 0,'8'0'742'0'0,"1"0"0"0"0,-1 1 0 0 0,0 0 0 0 0,1 0 0 0 0,-1 0 0 0 0,0 1 0 0 0,11 4 0 0 0,10 4-3834 0 0,-7-2 512 0 0,-18-7 2332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00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8 312 0 0,'15'-6'-1808'0'0,"-3"5"9437"0"0,-9 11 1930 0 0,-3 3-7959 0 0,0-11-1876 0 0,1 1-465 0 0,-1 0 1 0 0,1 1-1 0 0,0-1 0 0 0,0 0 0 0 0,0 0 0 0 0,0 0 1 0 0,0 0-1 0 0,1 0 0 0 0,-1 0 0 0 0,1 0 0 0 0,0 0 1 0 0,4 4-1 0 0,-4-4-36 0 0,0 0 1 0 0,1 0 0 0 0,-1 1-1 0 0,0-1 1 0 0,0 1-1 0 0,-1-1 1 0 0,1 1-1 0 0,1 7 1 0 0,-2-6 478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01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 50 12 0 0,'1'0'118'0'0,"-1"-1"0"0"0,0 0 1 0 0,0 0-1 0 0,0 0 0 0 0,0 0 0 0 0,0 0 1 0 0,0 0-1 0 0,0 0 0 0 0,0 0 0 0 0,0 0 0 0 0,0 0 1 0 0,0 0-1 0 0,-1 0 0 0 0,1 0 0 0 0,0 0 0 0 0,-1 0 1 0 0,1 1-1 0 0,0-1 0 0 0,-1 0 0 0 0,0 0 1 0 0,1 0-1 0 0,-1 1 0 0 0,1-1 0 0 0,-1 0 0 0 0,0 1 1 0 0,-1-2-1 0 0,-30-12 2035 0 0,-43 6-231 0 0,69 7-1858 0 0,-38-1 660 0 0,-1 2 0 0 0,1 1 0 0 0,-1 3 0 0 0,1 1 0 0 0,-53 14 1 0 0,82-15-623 0 0,0 0 1 0 0,1 1-1 0 0,-1 0 1 0 0,1 1 0 0 0,1 1-1 0 0,-1 0 1 0 0,1 1-1 0 0,1 0 1 0 0,-1 1-1 0 0,1 1 1 0 0,1 0 0 0 0,0 0-1 0 0,0 1 1 0 0,1 1-1 0 0,0 0 1 0 0,1 0-1 0 0,1 1 1 0 0,-14 26 0 0 0,17-28-124 0 0,1 0 0 0 0,1 1 1 0 0,0-1-1 0 0,0 1 1 0 0,1-1-1 0 0,0 1 1 0 0,1 0-1 0 0,1 0 1 0 0,0 0-1 0 0,1 0 1 0 0,0 0-1 0 0,0-1 0 0 0,1 1 1 0 0,1 0-1 0 0,0-1 1 0 0,1 0-1 0 0,0 1 1 0 0,0-1-1 0 0,1-1 1 0 0,1 1-1 0 0,0-1 1 0 0,0 0-1 0 0,1 0 0 0 0,0-1 1 0 0,14 14-1 0 0,-5-7-6 0 0,0-1 0 0 0,1 0 0 0 0,1-1 0 0 0,0-1 1 0 0,0-1-1 0 0,2-1 0 0 0,-1 0 0 0 0,2-1 0 0 0,-1-2 0 0 0,1 0 0 0 0,1-1 0 0 0,40 8 0 0 0,-25-10 51 0 0,1-2 0 0 0,-1-1 0 0 0,1-2 1 0 0,0-1-1 0 0,-1-3 0 0 0,1-1 0 0 0,69-18 0 0 0,-85 16-16 0 0,0-1 1 0 0,-1 0-1 0 0,0-2 0 0 0,0 0 0 0 0,-1-2 0 0 0,21-15 0 0 0,-29 18-17 0 0,-1-1 0 0 0,0-1 0 0 0,0 1-1 0 0,-1-2 1 0 0,0 1 0 0 0,0-2 0 0 0,-2 1-1 0 0,0-1 1 0 0,0 0 0 0 0,5-15 0 0 0,-9 19 101 0 0,0 0 1 0 0,-1 0-1 0 0,0 0 1 0 0,-1-1-1 0 0,0 1 1 0 0,-1-1-1 0 0,0 1 1 0 0,0-1-1 0 0,-1 0 1 0 0,0 0-1 0 0,-1 1 1 0 0,0-1-1 0 0,0 1 1 0 0,-1-1-1 0 0,-1 1 1 0 0,1-1-1 0 0,-9-16 1 0 0,5 15-12 0 0,0 1 0 0 0,-1-1 0 0 0,0 1 0 0 0,0 1 0 0 0,-1-1-1 0 0,-1 1 1 0 0,0 1 0 0 0,0 0 0 0 0,0 0 0 0 0,-1 0 0 0 0,0 1 0 0 0,-1 1 0 0 0,-18-9 0 0 0,-3 1-6 0 0,0 1 0 0 0,0 1 1 0 0,-2 2-1 0 0,1 2 0 0 0,-41-6 1 0 0,56 12-441 0 0,-1 0 0 0 0,0 1 0 0 0,0 1 0 0 0,0 1-1 0 0,0 0 1 0 0,0 2 0 0 0,0 0 0 0 0,1 1 0 0 0,-1 1 0 0 0,-34 14 0 0 0,49-17-183 0 0,1 0-1 0 0,-1 0 1 0 0,1 0-1 0 0,0 1 1 0 0,-1-1-1 0 0,1 1 1 0 0,0 0-1 0 0,1 0 1 0 0,-1 0 0 0 0,0 0-1 0 0,1 0 1 0 0,0 1-1 0 0,0-1 1 0 0,0 1-1 0 0,0-1 1 0 0,0 1-1 0 0,1 0 1 0 0,-2 4-1 0 0,-2 29-884 0 0,5-27 1192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1063 19 172 0 0,'-20'4'10024'0'0,"-23"-5"-5984"0"0,-43-8-2387 0 0,56 4-1609 0 0,0 1-1 0 0,0 1 1 0 0,-1 2-1 0 0,1 1 1 0 0,0 2-1 0 0,0 1 0 0 0,0 1 1 0 0,0 1-1 0 0,0 2 1 0 0,1 1-1 0 0,0 1 1 0 0,1 2-1 0 0,0 0 0 0 0,0 2 1 0 0,-30 20-1 0 0,19-9-187 0 0,2 3 0 0 0,0 0 0 0 0,2 3 0 0 0,1 0 0 0 0,2 3 0 0 0,-30 36 0 0 0,46-47 230 0 0,0 1 0 0 0,2 0 0 0 0,0 1-1 0 0,1 1 1 0 0,2 0 0 0 0,1 0 0 0 0,0 1 0 0 0,2 1 0 0 0,1-1-1 0 0,1 1 1 0 0,-2 36 0 0 0,5-28-180 0 0,3 0 0 0 0,1 0-1 0 0,1 0 1 0 0,2 0 0 0 0,1-1 0 0 0,2 1 0 0 0,2-1-1 0 0,1-1 1 0 0,1 0 0 0 0,2 0 0 0 0,26 47-1 0 0,-21-49 97 0 0,0-1-1 0 0,3-1 0 0 0,0-1 0 0 0,2-1 0 0 0,0-1 0 0 0,2 0 0 0 0,1-2 1 0 0,1-2-1 0 0,1 0 0 0 0,1-2 0 0 0,1-1 0 0 0,0-1 0 0 0,1-1 1 0 0,1-2-1 0 0,1-2 0 0 0,0 0 0 0 0,1-3 0 0 0,37 8 0 0 0,-28-11-136 0 0,0-3-1 0 0,1-1 1 0 0,0-2 0 0 0,-1-2-1 0 0,1-2 1 0 0,60-12-1 0 0,-44 2 466 0 0,0-3-1 0 0,0-2 0 0 0,107-49 1 0 0,-132 50-406 0 0,-2-2 1 0 0,0-1 0 0 0,-1-2-1 0 0,-1-1 1 0 0,-1-2 0 0 0,-2-1-1 0 0,0-1 1 0 0,-2-1 0 0 0,41-56-1 0 0,-38 40 45 0 0,-2-1-1 0 0,-2-1 0 0 0,-2-1 1 0 0,-2-1-1 0 0,-2-1 0 0 0,20-85 0 0 0,-29 98 137 0 0,-3-2 1 0 0,0 1-1 0 0,-3-1 0 0 0,-1 0 0 0 0,-3-57 0 0 0,-2 78-192 0 0,0 1 0 0 0,-1-1 0 0 0,-1 1 0 0 0,0-1 0 0 0,-1 1-1 0 0,-1 1 1 0 0,-1-1 0 0 0,0 1 0 0 0,-1 0 0 0 0,0 1 0 0 0,-2-1 0 0 0,1 2 0 0 0,-2-1 0 0 0,-21-21 0 0 0,12 17 220 0 0,-1 0 0 0 0,0 1 1 0 0,-1 2-1 0 0,-1 0 0 0 0,0 1 0 0 0,-1 2 0 0 0,-1 0 1 0 0,0 2-1 0 0,0 0 0 0 0,-1 2 0 0 0,0 1 0 0 0,0 1 1 0 0,-29-3-1 0 0,23 6-227 0 0,-2 1-1 0 0,1 2 1 0 0,0 1 0 0 0,0 2-1 0 0,-42 9 1 0 0,37-4-1210 0 0,1 2 0 0 0,-47 19-1 0 0,6 1-1602 0 0,32-13 201 0 0,1 1 1 0 0,-78 44-1 0 0,109-52 2431 0 0,1 0 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4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19 128 0 0,'1'-2'93'0'0,"-1"1"0"0"0,1 0 1 0 0,0 0-1 0 0,0-1 0 0 0,0 1 0 0 0,0 0 1 0 0,0 0-1 0 0,0 0 0 0 0,0 0 0 0 0,0 0 0 0 0,1 1 1 0 0,-1-1-1 0 0,0 0 0 0 0,0 0 0 0 0,1 1 0 0 0,-1-1 1 0 0,0 1-1 0 0,1-1 0 0 0,-1 1 0 0 0,1 0 1 0 0,-1-1-1 0 0,1 1 0 0 0,1 0 0 0 0,1 0 52 0 0,-1 1 0 0 0,1-1-1 0 0,0 1 1 0 0,-1 0 0 0 0,1 0-1 0 0,-1 0 1 0 0,1 0 0 0 0,-1 0-1 0 0,4 3 1 0 0,4 2-49 0 0,-1 0 0 0 0,-1 1 1 0 0,1 0-1 0 0,-1 0 0 0 0,8 10 0 0 0,3 6-80 0 0,-1 1 0 0 0,-2 1 0 0 0,0 1 0 0 0,-2 0-1 0 0,24 55 1 0 0,39 149 90 0 0,-59-156 32 0 0,-4 1 0 0 0,-3 1 0 0 0,3 83 0 0 0,-11 235 31 0 0,-3-112 167 0 0,56 496 966 0 0,-40-673-1298 0 0,5 0-1 0 0,4-1 0 0 0,5-2 0 0 0,4-1 0 0 0,61 124 1 0 0,-60-154-129 0 0,4-2 0 0 0,91 122 0 0 0,-111-166 152 0 0,1-1 0 0 0,1-1 0 0 0,1-1 0 0 0,1-1-1 0 0,1-1 1 0 0,1-1 0 0 0,0-1 0 0 0,1-2 0 0 0,1 0-1 0 0,37 14 1 0 0,-45-24 19 0 0,0-1-1 0 0,0 0 0 0 0,0-1 1 0 0,0-1-1 0 0,1-1 1 0 0,0-1-1 0 0,-1-1 0 0 0,1-1 1 0 0,-1 0-1 0 0,1-2 1 0 0,-1 0-1 0 0,1-2 0 0 0,-1 0 1 0 0,33-14-1 0 0,-36 13-90 0 0,-1-2 0 0 0,-1 0 0 0 0,1-1 0 0 0,-1 0-1 0 0,-1-1 1 0 0,0-1 0 0 0,0 0 0 0 0,-1-1 0 0 0,0-1 0 0 0,-1 0-1 0 0,-1 0 1 0 0,0-1 0 0 0,-1 0 0 0 0,0-1 0 0 0,-1-1 0 0 0,-1 1-1 0 0,9-26 1 0 0,5-27 86 0 0,-3-1 0 0 0,-3-1-1 0 0,-3-1 1 0 0,4-72 0 0 0,-17 142-31 0 0,0 0 0 0 0,1-1 0 0 0,-1 1 0 0 0,0 0 0 0 0,0-1 0 0 0,0 1 0 0 0,0 0 0 0 0,0-1 0 0 0,0 1 0 0 0,0 0 0 0 0,-1-1 0 0 0,1 1 0 0 0,0 0 1 0 0,-1 0-1 0 0,1-1 0 0 0,-1 1 0 0 0,1 0 0 0 0,-1 0 0 0 0,0 0 0 0 0,0-1 0 0 0,1 1 0 0 0,-1 0 0 0 0,0 0 0 0 0,0 0 0 0 0,-1-1 0 0 0,0 2 10 0 0,1 0-1 0 0,-1 0 1 0 0,1 0-1 0 0,-1 0 1 0 0,1 0-1 0 0,-1 0 0 0 0,1 0 1 0 0,-1 0-1 0 0,1 1 1 0 0,-1-1-1 0 0,1 0 1 0 0,-1 1-1 0 0,1-1 1 0 0,0 1-1 0 0,-1 0 1 0 0,1-1-1 0 0,0 1 1 0 0,-2 1-1 0 0,-10 7 185 0 0,1 1 0 0 0,-1 0 0 0 0,-10 13-1 0 0,20-20-143 0 0,-19 19 390 0 0,1 2 0 0 0,1 1 0 0 0,2 0-1 0 0,0 1 1 0 0,1 1 0 0 0,2 1 0 0 0,1 0 0 0 0,1 1 0 0 0,-15 50 0 0 0,28-78-440 0 0,-1 0 1 0 0,1 0-1 0 0,0 0 1 0 0,-1 0-1 0 0,1 0 1 0 0,0 0-1 0 0,0 0 1 0 0,-1 0-1 0 0,1 0 1 0 0,0 0-1 0 0,0 0 1 0 0,0 0-1 0 0,0 0 1 0 0,0 0-1 0 0,1 0 1 0 0,-1 0-1 0 0,0 0 1 0 0,0 0-1 0 0,1 0 1 0 0,-1 0-1 0 0,1 0 1 0 0,-1 0-1 0 0,1 0 1 0 0,0 1-1 0 0,0-2-136 0 0,0 1 0 0 0,0-1 1 0 0,0 0-1 0 0,0 0 0 0 0,0 0 0 0 0,0 0 0 0 0,0 0 0 0 0,0 0 0 0 0,0 0 0 0 0,-1-1 0 0 0,1 1 0 0 0,0 0 0 0 0,0 0 0 0 0,0-1 0 0 0,0 1 0 0 0,0 0 0 0 0,0-1 0 0 0,0 1 0 0 0,-1-1 0 0 0,2 0 0 0 0,4-3-926 0 0,0-1-1 0 0,0 1 1 0 0,0-1-1 0 0,-1 0 0 0 0,9-11 1 0 0,-4 0 89 0 0,0 0 0 0 0,-2 0 0 0 0,8-21 0 0 0,-10 20 667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4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1063 15 180 0 0,'-2'-1'142'0'0,"0"-1"1"0"0,0 1-1 0 0,0-1 0 0 0,0 1 1 0 0,0 0-1 0 0,0 0 1 0 0,0 0-1 0 0,0 0 0 0 0,0 0 1 0 0,-1 1-1 0 0,1-1 0 0 0,0 1 1 0 0,0-1-1 0 0,-1 1 0 0 0,1 0 1 0 0,-4 0-1 0 0,-48 1 1657 0 0,31 1-1336 0 0,-41-2-243 0 0,0 3 0 0 0,1 3 0 0 0,0 2-1 0 0,-65 18 1 0 0,91-15 0 0 0,2 1-1 0 0,-1 1 1 0 0,1 2-1 0 0,1 2 1 0 0,1 1-1 0 0,0 1 1 0 0,2 2-1 0 0,-34 28 1 0 0,42-30-173 0 0,1 1 0 0 0,1 1 0 0 0,1 1 0 0 0,1 1-1 0 0,1 0 1 0 0,1 2 0 0 0,2 0 0 0 0,-22 43 0 0 0,31-52 4 0 0,0-1-1 0 0,1 1 0 0 0,1 0 0 0 0,0 0 1 0 0,1 1-1 0 0,1-1 0 0 0,0 0 1 0 0,2 1-1 0 0,-1 0 0 0 0,2-1 0 0 0,1 1 1 0 0,0-1-1 0 0,0 0 0 0 0,2 1 1 0 0,0-1-1 0 0,12 29 0 0 0,-4-19-110 0 0,0-1 1 0 0,2 0-1 0 0,1-1 0 0 0,1 0 0 0 0,1-1 1 0 0,1-1-1 0 0,0-1 0 0 0,2 0 0 0 0,1-2 1 0 0,0 0-1 0 0,1-2 0 0 0,1 0 0 0 0,1-1 1 0 0,42 20-1 0 0,-32-20-23 0 0,1-2-1 0 0,1-2 1 0 0,0-1 0 0 0,1-2-1 0 0,0-1 1 0 0,0-2 0 0 0,1-2-1 0 0,0-1 1 0 0,-1-2 0 0 0,59-6-1 0 0,-50 1 90 0 0,1-3-1 0 0,-1-2 0 0 0,0-2 0 0 0,-1-2 1 0 0,-1-1-1 0 0,70-34 0 0 0,-94 37-26 0 0,0-1 0 0 0,0 0 0 0 0,-1-2 0 0 0,-1 0-1 0 0,0-1 1 0 0,24-28 0 0 0,-31 31 37 0 0,-1-1-1 0 0,-1 0 0 0 0,-1 0 1 0 0,0-1-1 0 0,0 0 0 0 0,-1-1 1 0 0,-1 0-1 0 0,-1 0 1 0 0,0 0-1 0 0,4-23 0 0 0,-7 27-42 0 0,0 1-1 0 0,-1-1 0 0 0,-1 1 0 0 0,0-1 0 0 0,0 1 0 0 0,-1-1 1 0 0,0 1-1 0 0,-1-1 0 0 0,0 1 0 0 0,-1 0 0 0 0,0 0 0 0 0,-1 0 1 0 0,0 0-1 0 0,0 0 0 0 0,-1 1 0 0 0,0 0 0 0 0,-1 0 0 0 0,0 0 1 0 0,-9-10-1 0 0,2 6-13 0 0,0 1 1 0 0,-1 0 0 0 0,0 1-1 0 0,-1 0 1 0 0,0 1 0 0 0,-1 1-1 0 0,0 0 1 0 0,0 2-1 0 0,-1-1 1 0 0,-27-6 0 0 0,8 3 17 0 0,0 2 0 0 0,-1 2 0 0 0,-1 2 1 0 0,1 1-1 0 0,-1 1 0 0 0,1 3 0 0 0,-55 5 0 0 0,53 0-979 0 0,-1 2-1 0 0,1 2 0 0 0,-73 27 0 0 0,112-36 1001 0 0,-2 1-123 0 0,0 0-1 0 0,0 0 1 0 0,-1 0-1 0 0,1-1 0 0 0,0 1 1 0 0,-1 0-1 0 0,1-1 0 0 0,0 0 1 0 0,-1 1-1 0 0,1-1 1 0 0,-1 0-1 0 0,1 0 0 0 0,-1-1 1 0 0,1 1-1 0 0,-3-1 0 0 0,1 0-79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7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36 60 0 0,'-1'-5'500'0'0,"-3"-18"-362"0"0,1 16 1955 0 0,-1 10 1317 0 0,-2 12-3121 0 0,1 0-1 0 0,0 1 0 0 0,1 0 1 0 0,1 0-1 0 0,0 0 0 0 0,1 0 1 0 0,0 22-1 0 0,-2 16 219 0 0,-16 57 330 0 0,-2 24 528 0 0,21-133-1343 0 0,1 0 0 0 0,0-1 0 0 0,0 1-1 0 0,0 0 1 0 0,1 0 0 0 0,-1 0 0 0 0,0 0 0 0 0,1 0-1 0 0,-1-1 1 0 0,1 1 0 0 0,-1 0 0 0 0,1 0 0 0 0,0-1 0 0 0,0 1-1 0 0,0 0 1 0 0,0-1 0 0 0,0 1 0 0 0,0-1 0 0 0,0 1 0 0 0,1-1-1 0 0,1 2 1 0 0,0 0-16 0 0,1-1 0 0 0,0 0 0 0 0,0 0-1 0 0,-1 0 1 0 0,1 0 0 0 0,0-1 0 0 0,1 1 0 0 0,-1-1-1 0 0,5 1 1 0 0,12 0-83 0 0,-1 0 0 0 0,1-1 0 0 0,24-2 0 0 0,-30 0 62 0 0,127-5-504 0 0,201 1 929 0 0,-298 7-339 0 0,-1 3 0 0 0,1 1 0 0 0,-2 3 0 0 0,1 1 1 0 0,65 24-1 0 0,-97-29-118 0 0,0 0 0 0 0,0 0 1 0 0,-1 1-1 0 0,0 1 0 0 0,14 10 1 0 0,-25-17 25 0 0,-1-7-29 0 0,0-1 20 0 0,-1 1 0 0 0,0 0 0 0 0,-1-1-1 0 0,1 1 1 0 0,-1 1 0 0 0,-5-9 0 0 0,-8-23-116 0 0,-13-80 22 0 0,22 79 436 0 0,-3 0 0 0 0,-27-72 0 0 0,34 106-306 0 0,0-1 1 0 0,0 0 0 0 0,0 1-1 0 0,-1-1 1 0 0,0 1 0 0 0,0 0-1 0 0,0 1 1 0 0,-1-1 0 0 0,0 1-1 0 0,1-1 1 0 0,-2 1 0 0 0,1 1-1 0 0,0-1 1 0 0,-8-3 0 0 0,3 3-63 0 0,1 1 0 0 0,-1-1 0 0 0,0 2 0 0 0,-1-1 0 0 0,1 1 0 0 0,0 1 0 0 0,-1 0 0 0 0,-11 0 0 0 0,-16 3-202 0 0,0 2 0 0 0,0 2 0 0 0,-66 18 1 0 0,84-18 258 0 0,-74 23-246 0 0,59-17-731 0 0,1-2 1 0 0,-45 8 0 0 0,46-21-2196 0 0,32 3 3063 0 0,0 0 1 0 0,0 0 0 0 0,0-1 0 0 0,1 1-1 0 0,-1 0 1 0 0,0-1 0 0 0,0 1 0 0 0,0-1-1 0 0,1 1 1 0 0,-1-1 0 0 0,0 1-1 0 0,1-1 1 0 0,-1 1 0 0 0,0-1 0 0 0,1 0-1 0 0,-1 0 1 0 0,1 1 0 0 0,-1-1 0 0 0,1 0-1 0 0,-1 0 1 0 0,1 1 0 0 0,-1-1 0 0 0,1 0-1 0 0,0 0 1 0 0,0 0 0 0 0,-1 0 0 0 0,1 0-1 0 0,0 0 1 0 0,0 0 0 0 0,0 1-1 0 0,0-1 1 0 0,0 0 0 0 0,0-2 0 0 0,1-1-140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2:5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68 296 196 0 0,'-3'-1'196'0'0,"-1"0"0"0"0,1 0 0 0 0,0 0 0 0 0,-1 0 0 0 0,1-1 0 0 0,0 1 1 0 0,0-1-1 0 0,-1 0 0 0 0,2 0 0 0 0,-1 0 0 0 0,0 0 0 0 0,0-1 0 0 0,1 1 0 0 0,-1-1 0 0 0,1 1 0 0 0,0-1 0 0 0,-1 0 0 0 0,1 0 0 0 0,1 0 0 0 0,-4-6 1 0 0,4 4-139 0 0,-1 1 1 0 0,1-1-1 0 0,0 0 0 0 0,0 0 1 0 0,1 1-1 0 0,-1-1 1 0 0,1 0-1 0 0,0 0 1 0 0,1 0-1 0 0,-1 0 1 0 0,1 0-1 0 0,0 0 1 0 0,0 1-1 0 0,0-1 1 0 0,3-4-1 0 0,0 0-11 0 0,1 0 1 0 0,0 0-1 0 0,1 1 1 0 0,0 0-1 0 0,0 0 0 0 0,1 1 1 0 0,0-1-1 0 0,0 2 0 0 0,0-1 1 0 0,1 1-1 0 0,0 0 0 0 0,1 0 1 0 0,-1 1-1 0 0,1 0 0 0 0,0 1 1 0 0,0 0-1 0 0,1 0 0 0 0,15-3 1 0 0,13-4-39 0 0,1 2 0 0 0,1 2 0 0 0,49-3 0 0 0,-78 9 92 0 0,1 0 1 0 0,-1 1-1 0 0,1 0 0 0 0,15 3 0 0 0,-24-2-190 0 0,1-1-1 0 0,-1 1 0 0 0,0 0 0 0 0,0 0 0 0 0,0 1 1 0 0,0-1-1 0 0,0 1 0 0 0,0-1 0 0 0,0 1 1 0 0,0 0-1 0 0,-1 0 0 0 0,1 0 0 0 0,-1 1 1 0 0,1-1-1 0 0,-1 0 0 0 0,0 1 0 0 0,0 0 1 0 0,3 5-1 0 0,-4-7-189 0 0,0 1-1 0 0,0-1 1 0 0,1 0 0 0 0,-1 0 0 0 0,0 0 0 0 0,0 0 0 0 0,1 0 0 0 0,-1 0-1 0 0,1 0 1 0 0,-1 0 0 0 0,1 0 0 0 0,-1-1 0 0 0,1 1 0 0 0,-1-1-1 0 0,3 2 1 0 0,5 1-26 0 0,-2-1 95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3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1625 94 152 0 0,'-19'-12'532'0'0,"-2"0"-1"0"0,1 2 1 0 0,-2 0 0 0 0,1 1-1 0 0,-1 2 1 0 0,0 0 0 0 0,-1 1-1 0 0,0 1 1 0 0,-27-2 0 0 0,-23 1 608 0 0,-116 4 0 0 0,135 5-1169 0 0,1 3 0 0 0,-1 1 0 0 0,1 4 1 0 0,1 1-1 0 0,0 3 0 0 0,0 2 0 0 0,-51 25 0 0 0,27-5 279 0 0,1 4 1 0 0,1 3-1 0 0,-116 93 0 0 0,169-120-194 0 0,1 2-1 0 0,1-1 0 0 0,1 2 0 0 0,0 1 1 0 0,1 0-1 0 0,2 1 0 0 0,0 1 0 0 0,1 0 1 0 0,2 1-1 0 0,0 0 0 0 0,1 1 0 0 0,2 0 1 0 0,-9 37-1 0 0,14-42-40 0 0,0 0 1 0 0,2 0-1 0 0,0 0 1 0 0,1 0-1 0 0,1 0 1 0 0,2 0-1 0 0,-1 0 1 0 0,2 0-1 0 0,1 0 1 0 0,0 0-1 0 0,2-1 1 0 0,0 0-1 0 0,1 0 1 0 0,1 0-1 0 0,0-1 0 0 0,2-1 1 0 0,0 1-1 0 0,20 25 1 0 0,1-7 150 0 0,0-2 0 0 0,3-1 0 0 0,1-1 0 0 0,1-2 0 0 0,1-2-1 0 0,78 44 1 0 0,-57-41-192 0 0,1-2 0 0 0,1-4-1 0 0,1-2 1 0 0,89 21-1 0 0,-95-32 72 0 0,1-3 0 0 0,0-3 0 0 0,0-2 0 0 0,1-2 0 0 0,0-3 0 0 0,-1-2 0 0 0,0-3 0 0 0,0-2 0 0 0,102-30 0 0 0,-118 27-57 0 0,-1-3-1 0 0,-1-1 1 0 0,0-2-1 0 0,-1-1 1 0 0,-1-3-1 0 0,-1 0 1 0 0,-1-2-1 0 0,0-2 1 0 0,-2-1-1 0 0,-2-1 0 0 0,0-2 1 0 0,-2-1-1 0 0,-1-1 1 0 0,28-42-1 0 0,-41 51 7 0 0,-2-1-1 0 0,0 0 0 0 0,-2-1 1 0 0,0 0-1 0 0,-2 0 0 0 0,-1-1 1 0 0,-1 0-1 0 0,0 0 0 0 0,-2-1 0 0 0,-1 1 1 0 0,-1-41-1 0 0,-3 44 74 0 0,-1 1 0 0 0,0-1-1 0 0,-2 0 1 0 0,-1 1 0 0 0,0 0-1 0 0,-2 0 1 0 0,0 0 0 0 0,-1 1 0 0 0,-2 0-1 0 0,0 1 1 0 0,0-1 0 0 0,-2 2 0 0 0,-26-32-1 0 0,11 19-163 0 0,-2 1-1 0 0,-1 2 0 0 0,-2 1 1 0 0,0 2-1 0 0,-2 1 0 0 0,-1 1 1 0 0,-63-30-1 0 0,70 40-299 0 0,0 2 0 0 0,0 1 1 0 0,-1 1-1 0 0,-1 2 0 0 0,1 0 0 0 0,-1 3 0 0 0,-1 0 1 0 0,1 2-1 0 0,0 1 0 0 0,0 1 0 0 0,-36 6 0 0 0,-23 11-1550 0 0,1 5 0 0 0,-144 55 0 0 0,193-63 1703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42 160 0 0,'4'-3'1060'0'0,"1"-1"1"0"0,0 1-1 0 0,0 0 0 0 0,0 0 0 0 0,0 0 1 0 0,6-2-1 0 0,1 1-1229 0 0,-1 1 0 0 0,0 0 0 0 0,0 1 0 0 0,21-2 0 0 0,5 3-3190 0 0,56 5 1 0 0,-85-3 3695 0 0,10 1-578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3 204 0 0,'82'-1'3654'0'0,"30"0"-3093"0"0,-68 2-2623 0 0,77 11 0 0 0,-103-8 1847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6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 0 0,'26'2'1487'0'0,"0"1"0"0"0,0 1 1 0 0,31 9-1 0 0,28 5-2256 0 0,-56-14 387 0 0,-1-2-1 0 0,0-1 1 0 0,0-1 0 0 0,39-5-1 0 0,-35 0 1981 0 0,54-16 0 0 0,-30 11 5607 0 0,5 11-8071 0 0,61 16-9683 0 0,-79-10 8518 0 0,-30-4 1736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8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1 142 104 0 0,'30'-15'3579'0'0,"32"3"-231"0"0,-31 7-2982 0 0,-2-1-284 0 0,70-16-3706 0 0,154-55 0 0 0,-241 72 3409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4 0 0,'15'-1'7337'0'0,"10"-3"-5270"0"0,3 0-2089 0 0,-9 2-994 0 0,0 1 1 0 0,-1 1 0 0 0,1 0 0 0 0,-1 1 0 0 0,1 1 0 0 0,-1 1 0 0 0,1 1 0 0 0,27 9 0 0 0,-31-8 781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52 0 0,'138'0'4416'0'0,"1"0"-8566"0"0,-128 0 3920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28 0 0,'26'0'2261'0'0,"83"-2"1383"0"0,-90 0-4548 0 0,-1 0 0 0 0,1-2 0 0 0,32-10 1 0 0,12 1-1059 0 0,-50 12 1718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5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 0 0,'12'1'751'0'0,"0"0"0"0"0,-1 1-1 0 0,1 0 1 0 0,14 5 0 0 0,42 7 968 0 0,-22-11-3001 0 0,1-3 0 0 0,-1-1 0 0 0,49-9 0 0 0,-80 8 1069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12 140 0 0,'1'-9'2592'0'0,"-1"7"-4959"0"0,-2 3 2162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44 0 0,'1'1'11581'0'0,"1"-1"-12290"0"0,65-12 2980 0 0,-52 10-3564 0 0,-1 1 0 0 0,0 1-1 0 0,1 0 1 0 0,-1 1 0 0 0,0 1-1 0 0,0 0 1 0 0,0 1 0 0 0,0 0-1 0 0,18 7 1 0 0,-25-6 1055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 0 0,'83'4'7033'0'0,"-56"-2"-8154"0"0,0 2-3366 0 0,-14-1 3450 0 0,-8-1 793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4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28 128 0 0,'11'-1'831'0'0,"0"0"0"0"0,0 0 0 0 0,1 1 0 0 0,12 2-1 0 0,36-2-529 0 0,-3-13-2098 0 0,-45 10 1296 0 0,0 0-1 0 0,0 0 0 0 0,0 1 1 0 0,17-1-1 0 0,-18 3 296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4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11 100 0 0,'129'5'3264'0'0,"65"-3"-427"0"0,-122-10-2879 0 0,-49 4-872 0 0,0 1 1 0 0,-1 1-1 0 0,1 1 0 0 0,34 4 1 0 0,-41 3-399 0 0,-15-5 1093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0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92 0 0,'-2'0'290'0'0,"-1"0"0"0"0,0 0-1 0 0,1 0 1 0 0,-1 0 0 0 0,0 0 0 0 0,0 1-1 0 0,1-1 1 0 0,-1 1 0 0 0,1-1 0 0 0,-1 1-1 0 0,1 0 1 0 0,-1 0 0 0 0,1 0 0 0 0,-1 1 0 0 0,1-1-1 0 0,0 0 1 0 0,0 1 0 0 0,-1 0 0 0 0,1-1-1 0 0,0 1 1 0 0,-3 4 0 0 0,-40 45 3687 0 0,34-35-3330 0 0,1 0 0 0 0,1 1 0 0 0,0 1-1 0 0,2-1 1 0 0,0 2 0 0 0,1-1 0 0 0,0 0 0 0 0,-3 28-1 0 0,6-24-840 0 0,0 0-1 0 0,2 0 1 0 0,1 0-1 0 0,1 0 1 0 0,1 0-1 0 0,1 0 1 0 0,0 0-1 0 0,2-1 1 0 0,0 0-1 0 0,2 0 1 0 0,17 38-1 0 0,-19-49-412 0 0,1 0 0 0 0,0 0 0 0 0,1 0 0 0 0,1-1 0 0 0,-1 0 0 0 0,1-1 0 0 0,1 1 0 0 0,-1-1 0 0 0,2-1 0 0 0,-1 0 0 0 0,1 0 0 0 0,20 10 0 0 0,6-1-1296 0 0,0-1 0 0 0,58 15-1 0 0,-66-22 1805 0 0,-4-1-116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1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0 140 0 0,'11'13'4999'0'0,"46"51"-4623"0"0,-35-44-474 0 0,11 9 322 0 0,-1 1 0 0 0,-1 1-1 0 0,37 50 1 0 0,-61-71-137 0 0,0 0 1 0 0,-1 1-1 0 0,0 0 1 0 0,-1-1 0 0 0,0 2-1 0 0,-1-1 1 0 0,0 0 0 0 0,-1 1-1 0 0,0 0 1 0 0,-1 0-1 0 0,0 0 1 0 0,-1 0 0 0 0,0 0-1 0 0,-1 0 1 0 0,0 0-1 0 0,-1 0 1 0 0,-3 15 0 0 0,2-18-330 0 0,0-1-1 0 0,0 1 1 0 0,-1-1 0 0 0,0 0 0 0 0,0 0 0 0 0,-6 9 0 0 0,6-13-255 0 0,0 0 0 0 0,0 0 1 0 0,0 0-1 0 0,-1 0 1 0 0,1-1-1 0 0,-1 0 0 0 0,0 1 1 0 0,0-1-1 0 0,0-1 0 0 0,0 1 1 0 0,-9 3-1 0 0,12-5 283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4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0 172 0 0,'-6'6'286'0'0,"0"-1"0"0"0,1 1 0 0 0,0 0 0 0 0,0 0 0 0 0,0 1-1 0 0,1 0 1 0 0,0-1 0 0 0,0 2 0 0 0,1-1 0 0 0,0 0 0 0 0,0 1 0 0 0,1-1 0 0 0,-1 1 0 0 0,2 0 0 0 0,-2 13-1 0 0,2-9-144 0 0,1-1 0 0 0,1 1 0 0 0,0 0 0 0 0,1-1 0 0 0,0 1 0 0 0,0-1-1 0 0,1 1 1 0 0,1-1 0 0 0,0 0 0 0 0,6 10 0 0 0,-2-4-306 0 0,1-1 0 0 0,1 0 0 0 0,1-1 0 0 0,0 0 0 0 0,1-1 0 0 0,0 0 0 0 0,24 20 0 0 0,-25-25-227 0 0,0-1 0 0 0,0 0 0 0 0,1-1 0 0 0,0 0 0 0 0,24 10 0 0 0,-7-8-360 0 0,-1-1 1 0 0,43 7 0 0 0,-45-11 529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 44 0 0,'-1'-1'144'0'0,"-1"0"0"0"0,0 1 0 0 0,1-1 0 0 0,-1 0 0 0 0,0 1 0 0 0,1 0 0 0 0,-1-1 0 0 0,0 1 0 0 0,0 0 0 0 0,0 0 0 0 0,1 0 0 0 0,-1 0 0 0 0,0 0 0 0 0,0 0 0 0 0,-3 1 0 0 0,6 7 1707 0 0,14 6-1443 0 0,76 41-19 0 0,-72-45-278 0 0,-1 0 0 0 0,1 0 0 0 0,-2 2 0 0 0,0 0 0 0 0,0 1 0 0 0,-1 1 1 0 0,-1 1-1 0 0,19 22 0 0 0,-31-30-14 0 0,1 0 0 0 0,-1 0 0 0 0,-1 0-1 0 0,1 1 1 0 0,-1-1 0 0 0,0 1 0 0 0,-1-1 0 0 0,0 1 0 0 0,0 0 0 0 0,-1-1 0 0 0,0 1 0 0 0,0 0-1 0 0,0 0 1 0 0,-1-1 0 0 0,-1 1 0 0 0,1-1 0 0 0,-1 1 0 0 0,0-1 0 0 0,-5 10 0 0 0,3-6-161 0 0,0 0 0 0 0,-1-1 0 0 0,0 0 0 0 0,-1 0 0 0 0,0-1 0 0 0,-1 1 1 0 0,1-1-1 0 0,-2-1 0 0 0,1 1 0 0 0,-2-1 0 0 0,1-1 0 0 0,-17 12 0 0 0,24-18-35 0 0,0 0 0 0 0,0 0 0 0 0,-1 0 1 0 0,1 0-1 0 0,-1-1 0 0 0,1 1 0 0 0,-1 0 0 0 0,1-1 0 0 0,-1 1 0 0 0,1-1 0 0 0,-1 0 0 0 0,1 0 0 0 0,-1 1 0 0 0,0-1 0 0 0,1 0 0 0 0,-1 0 0 0 0,1 0 0 0 0,-1-1 0 0 0,0 1 0 0 0,1 0 0 0 0,-1-1 0 0 0,1 1 0 0 0,-1-1 1 0 0,1 1-1 0 0,-1-1 0 0 0,1 0 0 0 0,0 1 0 0 0,-1-1 0 0 0,1 0 0 0 0,0 0 0 0 0,-1 0 0 0 0,1 0 0 0 0,0 0 0 0 0,0 0 0 0 0,0-1 0 0 0,0 1 0 0 0,0 0 0 0 0,0-1 0 0 0,0 1 0 0 0,1 0 0 0 0,-1-1 0 0 0,0 1 0 0 0,1-1 1 0 0,-1 1-1 0 0,1-1 0 0 0,-1 1 0 0 0,1-1 0 0 0,0 1 0 0 0,0-1 0 0 0,0 0 0 0 0,0 1 0 0 0,0-1 0 0 0,0 1 0 0 0,0-1 0 0 0,0 0 0 0 0,1 1 0 0 0,-1-1 0 0 0,0 1 0 0 0,1-1 0 0 0,0 1 0 0 0,-1-1 0 0 0,1 1 0 0 0,0-1 1 0 0,0 1-1 0 0,-1 0 0 0 0,1 0 0 0 0,2-2 0 0 0,2-5-132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1:05:1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2861 511 6520,'-1'20'0,"-2"0"0,-3 0 0,-2 0 0,-1 0 0,-4-1 0,-1 1 0,-2-1 0,-2 0 0,-3 0 0,-1-1 0,-3 0 0,-1 0 0,-3-1 0,-1 0 0,-2-1 0,-2 0 0,-2 0 0,-1-1 0,-2-1 0,-1 0 0,-2 0 0,-2-2 0,-1 0 0,-1 0 0,-1-1 0,-2-1 0,0-1 0,-2 0 0,0-1 0,-1-1 0,-1 0 0,-1-1 0,-1-1 0,1-1 0,-2 0 0,1-2 0,-1 0 0,0 0 0,-1-2 0,1 0 0,0-2 0,0 0 0,1 0 0,-1-2 0,2 0 0,-1-1 0,1-1 0,1-1 0,1 0 0,1-1 0,0-1 0,2 0 0,0-1 0,2-1 0,1-1 0,1 0 0,1 0 0,2-2 0,2 0 0,1 0 0,2-1 0,1-1 0,2 0 0,2 0 0,2-1 0,1 0 0,3-1 0,1 0 0,3 0 0,1-1 0,3 0 0,2 0 0,2-1 0,1 1 0,4-1 0,1 0 0,2 0 0,3 0 0,2 0 0,2 0 0,2 0 0,3 0 0,2 0 0,1 0 0,4 1 0,1-1 0,2 1 0,2 0 0,3 0 0,1 1 0,3 0 0,1 0 0,3 1 0,1 0 0,2 1 0,2 0 0,2 0 0,1 1 0,2 1 0,1 0 0,2 0 0,2 2 0,1 0 0,1 0 0,1 1 0,2 1 0,0 1 0,2 0 0,0 1 0,1 1 0,1 0 0,1 1 0,1 1 0,-1 1 0,2 0 0,-1 2 0,1 0 0,0 0 0,1 2 0,-1 0 0,0 2 0,0 0 0,-1 0 0,1 2 0,-2 0 0,1 1 0,-1 1 0,-1 1 0,-1 0 0,-1 1 0,0 1 0,-2 0 0,0 1 0,-2 1 0,-1 1 0,-1 0 0,-1 0 0,-2 2 0,-2 0 0,-1 0 0,-2 1 0,-1 1 0,-2 0 0,-2 0 0,-2 1 0,-1 0 0,-3 1 0,-1 0 0,-3 0 0,-1 1 0,-3 0 0,-2 0 0,-2 1 0,-1-1 0,-4 1 0,-1 0 0,-2 0 0,-3 0 0,-2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12 184 0 0,'0'0'8397'0'0,"45"-5"-8247"0"0,-18 3-2616 0 0,-13 0 1302 0 0,0 0 0 0 0,0 2 0 0 0,1-1 0 0 0,20 4 0 0 0,-24-1 871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6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60 0 0,'40'4'2165'0'0,"0"-3"0"0"0,70-5-1 0 0,-71-1-4110 0 0,48-12 0 0 0,-75 13 1343 0 0,0 2-1 0 0,0 0 0 0 0,22-1 0 0 0,-24 3 377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7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0 104 0 0,'156'6'8569'0'0,"-86"-2"-10156"0"0,-50-3 743 0 0,-9-2 249 0 0,0 1-1 0 0,0 1 1 0 0,0 0 0 0 0,-1 0-1 0 0,1 1 1 0 0,0 1 0 0 0,0 0-1 0 0,-1 0 1 0 0,13 6 0 0 0,-18-5 370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7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92 0 0,'19'2'6458'0'0,"16"5"-6540"0"0,-8-1-2523 0 0,-10-3 1994 0 0,55 12-2343 0 0,-61-14 2728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52 0 0,'73'-11'4975'0'0,"1"7"-3900"0"0,150 15-6840 0 0,-210-11 5548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7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72 0 0,'25'-7'772'0'0,"-1"0"1"0"0,31-2-1 0 0,52 1-2812 0 0,-93 8 1819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7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17 172 0 0,'26'-5'353'0'0,"1"0"2519"0"0,-1 2 1 0 0,30-1 0 0 0,-56 4-2912 0 0,0 0 0 0 0,0 0 0 0 0,1 0 0 0 0,-1 0 0 0 0,0 0 0 0 0,0 0 0 0 0,0 1 0 0 0,0-1 0 0 0,1 0 0 0 0,-1 0 0 0 0,0 0 0 0 0,0 0 0 0 0,0 0 0 0 0,0 0 0 0 0,1 0 0 0 0,-1 0 0 0 0,0 0 0 0 0,0 0 0 0 0,0 0 0 0 0,0 1 0 0 0,0-1 0 0 0,0 0 0 0 0,1 0 0 0 0,-1 0 0 0 0,0 0 0 0 0,0 0 0 0 0,0 1 0 0 0,0-1 0 0 0,0 0 0 0 0,0 0 0 0 0,0 0 0 0 0,0 0 0 0 0,0 1 0 0 0,0-1 1 0 0,0 0-1 0 0,0 0 0 0 0,0 0 0 0 0,0 0 0 0 0,0 1 0 0 0,0-1 0 0 0,0 0 0 0 0,0 0 0 0 0,0 0 0 0 0,0 0 0 0 0,0 1 0 0 0,0-1 0 0 0,0 0 0 0 0,0 0 0 0 0,0 0 0 0 0,0 0 0 0 0,0 1 0 0 0,0-1 0 0 0,-1 0 0 0 0,-8 15-2157 0 0,-14 10-437 0 0,-24 8 821 0 0,32-24 1535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8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 0 0,'0'0'1292'0'0,"10"3"3001"0"0,16 4-6086 0 0,-15-4 883 0 0,59 11-1717 0 0,-57-11 2416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8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52 140 0 0,'205'-21'5151'0'0,"-84"11"-5174"0"0,-40-1-2161 0 0,-49 7 1267 0 0,1 0 0 0 0,44 2 0 0 0,-57 3 700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4:5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 0 0,'31'3'1273'0'0,"-1"0"1"0"0,0 2-1 0 0,0 2 1 0 0,0 0-1 0 0,50 22 0 0 0,28 6-3147 0 0,-76-25 43 0 0,0 2 1 0 0,43 22-1 0 0,-68-30 1617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3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12 748 0 0,'0'-1'76'0'0,"0"1"0"0"0,0 0 0 0 0,1 0 1 0 0,-1 0-1 0 0,0 0 0 0 0,0 0 0 0 0,0 0 0 0 0,1 0 0 0 0,-1-1 0 0 0,0 1 1 0 0,0 0-1 0 0,0 0 0 0 0,1 0 0 0 0,-1-1 0 0 0,0 1 0 0 0,0 0 0 0 0,0 0 1 0 0,0 0-1 0 0,0-1 0 0 0,1 1 0 0 0,-1 0 0 0 0,0 0 0 0 0,0-1 0 0 0,0 1 1 0 0,0 0-1 0 0,0 0 0 0 0,0-1 0 0 0,0 1 0 0 0,0 0 0 0 0,0 0 0 0 0,0-1 1 0 0,0 1-1 0 0,0 0 0 0 0,0-1 0 0 0,0 1 0 0 0,0 0 0 0 0,0 0 0 0 0,-1 0 1 0 0,1-1-1 0 0,0 1 0 0 0,0 0 0 0 0,0 0 0 0 0,0-1 0 0 0,0 1 0 0 0,0 0 1 0 0,-1 0-1 0 0,1 0 0 0 0,0-1 0 0 0,0 1 0 0 0,0 0 0 0 0,-1 0 0 0 0,1 0 1 0 0,0 0-1 0 0,0 0 0 0 0,-1-1 0 0 0,1 1 0 0 0,0 0 0 0 0,-20 9 2602 0 0,-22 23-311 0 0,30-19-2006 0 0,0 1 0 0 0,1 0 0 0 0,1 1 1 0 0,0 0-1 0 0,1 1 0 0 0,0 0 0 0 0,2 0 0 0 0,0 1 0 0 0,0 0 0 0 0,2 0 1 0 0,0 0-1 0 0,1 1 0 0 0,-3 26 0 0 0,5-23-646 0 0,1 1-1 0 0,1 0 1 0 0,1-1 0 0 0,1 1-1 0 0,1 0 1 0 0,1-1-1 0 0,0 0 1 0 0,2 0 0 0 0,0 0-1 0 0,19 38 1 0 0,-22-51-215 0 0,2-1 1 0 0,-1 0-1 0 0,1 0 0 0 0,0 0 1 0 0,1-1-1 0 0,-1 1 0 0 0,1-1 1 0 0,0-1-1 0 0,1 1 1 0 0,0-1-1 0 0,0 0 0 0 0,0 0 1 0 0,12 5-1 0 0,-4-4-189 0 0,-1 0-1 0 0,1-2 0 0 0,0 1 1 0 0,1-2-1 0 0,-1 0 1 0 0,24 1-1 0 0,-22-3 466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4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1 108 0 0,'1'0'184'0'0,"44"28"3716"0"0,37 31-2250 0 0,-66-45-1612 0 0,-1 0 0 0 0,0 0-1 0 0,17 24 1 0 0,-25-28 209 0 0,0-1 0 0 0,-1 1 0 0 0,-1 0 0 0 0,6 14 0 0 0,-4-2 60 0 0,-1 0-1 0 0,-1 0 1 0 0,-1 1-1 0 0,-1-1 1 0 0,-1 1-1 0 0,-1 0 1 0 0,-3 44-1 0 0,-2-29-952 0 0,-2-1-1 0 0,-1 1 1 0 0,-24 70 0 0 0,29-101 334 0 0,0-1 0 0 0,0 1 0 0 0,-1-1 0 0 0,0 0 0 0 0,0 0 0 0 0,-1 0 0 0 0,0 0 0 0 0,0-1 0 0 0,0 0 0 0 0,-1 1 0 0 0,1-1 0 0 0,-1-1 0 0 0,-1 1 0 0 0,1-1 0 0 0,0 0 0 0 0,-1 0 0 0 0,0-1 0 0 0,0 1 0 0 0,0-1 0 0 0,0-1 0 0 0,-12 4 0 0 0,4-2 101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6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 80 0 0,'-14'11'678'0'0,"0"1"1"0"0,1 1-1 0 0,0 0 1 0 0,1 1-1 0 0,1 0 1 0 0,0 1-1 0 0,1 0 0 0 0,-10 19 1 0 0,13-22-481 0 0,1 0 0 0 0,0 1 0 0 0,1 0-1 0 0,1 0 1 0 0,0 0 0 0 0,0 0 0 0 0,2 1 0 0 0,-1 0 0 0 0,2-1 0 0 0,0 1 0 0 0,0 0-1 0 0,3 23 1 0 0,0-26-324 0 0,0 0 0 0 0,1 0 0 0 0,0 0 0 0 0,1-1 0 0 0,0 1 0 0 0,1-1 0 0 0,0 0 0 0 0,0-1 0 0 0,1 1 0 0 0,0-1 0 0 0,1 0 0 0 0,0 0 0 0 0,0-1-1 0 0,1 0 1 0 0,0 0 0 0 0,12 8 0 0 0,2-3-632 0 0,1 0 1 0 0,0-1-1 0 0,1-1 0 0 0,0-2 0 0 0,1 0 1 0 0,0-2-1 0 0,37 7 0 0 0,-41-9 615 0 0,6 2-95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06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28 28 0 0,'-13'-15'237'0'0,"3"2"3732"0"0,35 21-2049 0 0,-12-3-1746 0 0,1 2 1 0 0,-1-1-1 0 0,0 2 1 0 0,0 0-1 0 0,-1 0 1 0 0,0 1-1 0 0,-1 1 1 0 0,0 0-1 0 0,0 0 1 0 0,-1 1-1 0 0,0 1 1 0 0,-1 0-1 0 0,-1 0 1 0 0,0 0-1 0 0,0 1 1 0 0,-1 0-1 0 0,-1 1 1 0 0,0 0-1 0 0,-1 0 1 0 0,0 0-1 0 0,-1 0 1 0 0,-1 1-1 0 0,-1-1 1 0 0,0 1-1 0 0,0 0 1 0 0,-1 0-1 0 0,-3 26 1 0 0,-1-1 468 0 0,-11 60-1 0 0,11-89-1038 0 0,1 0-1 0 0,-1 0 1 0 0,-1 0 0 0 0,0-1-1 0 0,0 0 1 0 0,-1 0-1 0 0,-1 0 1 0 0,1 0-1 0 0,-2-1 1 0 0,-10 13-1 0 0,14-19-89 0 0,-1-1 0 0 0,0 0 0 0 0,0 0 0 0 0,0-1-1 0 0,0 1 1 0 0,0-1 0 0 0,0 0 0 0 0,-1 0 0 0 0,1 0 0 0 0,0 0 0 0 0,0-1-1 0 0,-1 1 1 0 0,-5-2 0 0 0,-14 4-333 0 0,16-2 1224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14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 12 88 0 0,'-1'-1'338'0'0,"-1"0"1"0"0,0-1-1 0 0,0 1 0 0 0,0 0 0 0 0,0 0 1 0 0,0 0-1 0 0,0 0 0 0 0,0 1 1 0 0,0-1-1 0 0,-1 1 0 0 0,1-1 0 0 0,-2 1 1 0 0,-47 4 690 0 0,8 5-869 0 0,0 3 0 0 0,1 1 0 0 0,1 2 0 0 0,-74 39 0 0 0,91-41-41 0 0,2 1 0 0 0,-1 0 0 0 0,2 2 1 0 0,0 1-1 0 0,1 0 0 0 0,1 1 0 0 0,1 1 0 0 0,0 1 0 0 0,-20 30 1 0 0,30-38-65 0 0,1 0 0 0 0,1 1 0 0 0,0 0 0 0 0,0 0 0 0 0,2 0 0 0 0,-1 0 0 0 0,2 1 0 0 0,0 0 0 0 0,0-1 0 0 0,1 1 0 0 0,1 0 0 0 0,1 0-1 0 0,1 24 1 0 0,1-26-95 0 0,0-1 0 0 0,1 1 0 0 0,0-1-1 0 0,1 1 1 0 0,0-1 0 0 0,1 0 0 0 0,0-1-1 0 0,1 1 1 0 0,0-1 0 0 0,1 0 0 0 0,0-1-1 0 0,1 1 1 0 0,-1-1 0 0 0,2-1 0 0 0,-1 0-1 0 0,14 10 1 0 0,21 13 278 0 0,0-3 0 0 0,2-2-1 0 0,0-1 1 0 0,2-3 0 0 0,1-2 0 0 0,0-2 0 0 0,59 14-1 0 0,362 55 447 0 0,-361-71-747 0 0,43 3 159 0 0,0-7-1 0 0,1-7 1 0 0,0-6 0 0 0,-1-7 0 0 0,179-32 0 0 0,-43-21-677 0 0,-234 46 637 0 0,-1-2 0 0 0,-1-2 0 0 0,65-35 1 0 0,-107 50-66 0 0,-1-1 1 0 0,0 0 0 0 0,0-1 0 0 0,-1 1-1 0 0,0-2 1 0 0,0 1 0 0 0,0-1 0 0 0,-1 0 0 0 0,1 0-1 0 0,-2 0 1 0 0,1-1 0 0 0,-1 0 0 0 0,0 0-1 0 0,-1-1 1 0 0,4-8 0 0 0,-5 7 36 0 0,-1-1 0 0 0,0 1 1 0 0,0-1-1 0 0,-1 1 0 0 0,0-1 0 0 0,-1 1 0 0 0,0-1 1 0 0,-1 1-1 0 0,0-1 0 0 0,-1 1 0 0 0,0-1 1 0 0,0 1-1 0 0,-6-13 0 0 0,0 2 5 0 0,-2 0 0 0 0,0 0 0 0 0,-2 1 0 0 0,0 0-1 0 0,-1 1 1 0 0,-1 1 0 0 0,0 0 0 0 0,-2 1 0 0 0,0 0 0 0 0,-1 1 0 0 0,-1 1 0 0 0,-23-15 0 0 0,-11-5-185 0 0,0 4 0 0 0,-2 1 0 0 0,-80-30 1 0 0,66 33 113 0 0,-2 3 1 0 0,-1 3-1 0 0,-1 3 1 0 0,0 3-1 0 0,-1 4 1 0 0,-138-4-1 0 0,160 15 223 0 0,0 3-1 0 0,0 1 0 0 0,0 3 0 0 0,1 2 0 0 0,0 2 1 0 0,1 3-1 0 0,0 2 0 0 0,2 1 0 0 0,-1 3 1 0 0,-77 45-1 0 0,94-47-603 0 0,-36 24-1896 0 0,62-38 1474 0 0,1-1 0 0 0,0 1 0 0 0,0 0 0 0 0,1 0 0 0 0,-1 1-1 0 0,-4 7 1 0 0,7-10 612 0 0,0 0 0 0 0,0 0 0 0 0,1 1 0 0 0,-1-1 0 0 0,1 0 0 0 0,-1 0 0 0 0,1 0 0 0 0,0 0 0 0 0,0 0 0 0 0,0 0 0 0 0,0 1 0 0 0,1-1-1 0 0,0 3 1 0 0,1 2-28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1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38 144 0 0,'-70'-9'6002'0'0,"30"3"1319"0"0,282 16-2598 0 0,-248-12-3812 0 0,0 0 1 0 0,0 1 0 0 0,-1 0 0 0 0,1 0 0 0 0,-10 1 0 0 0,13-1-495 0 0,-148-2 1974 0 0,101 4-679 0 0,49-1-1647 0 0,7-3-3715 0 0,-1 0 1583 0 0,0 1 1 0 0,1 0-1 0 0,-1 0 0 0 0,1 0 1 0 0,0 1-1 0 0,9-2 1 0 0,41-1-4617 0 0,28 11 3569 0 0,-66-4 2805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16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19 96 0 0,'-87'-3'6374'0'0,"29"-6"-386"0"0,113 19-1223 0 0,44 1-3925 0 0,-32-8 3299 0 0,-110-11-708 0 0,-129-10-1426 0 0,240 16-11850 0 0,-2 0-2239 0 0,-21 9 8861 0 0,21 13 1030 0 0,-48-16 1908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17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72 0 0,'-10'0'-689'0'0,"-12"1"7438"0"0,30 2-2150 0 0,9 0-4390 0 0,29 5 796 0 0,0-3 0 0 0,51 1 0 0 0,-123-8 5048 0 0,-118-5-3874 0 0,169 14-205 0 0,-15-4-2093 0 0,1 0 0 0 0,0-1 0 0 0,0-1 0 0 0,20 1 0 0 0,-3-8-751 0 0,-3-2-4225 0 0,-19 5 2787 0 0,1 1 0 0 0,0 0 1 0 0,0 0-1 0 0,0 0 0 0 0,10 0 1 0 0,-13 2 1963 0 0,0 0 1 0 0,0 1 0 0 0,0-1 0 0 0,0 1 0 0 0,0 0 0 0 0,0 0 0 0 0,7 3-1 0 0,0 1-92 0 0,0 0 87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17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33 172 0 0,'-13'-2'486'0'0,"-23"-4"2181"0"0,1 3 7575 0 0,81 3-9216 0 0,0 1-77 0 0,17 0-260 0 0,-46-2 677 0 0,-21-1 1396 0 0,-39-6-1018 0 0,0 2 1 0 0,-60-1-1 0 0,142 21-1669 0 0,7-3 101 0 0,1-2 0 0 0,0-2 0 0 0,0-2 0 0 0,53-2 716 0 0,-145-5 94 0 0,1-4-1115 0 0,4 1-3358 0 0,14 4-6091 0 0,20 17-3714 0 0,9 4 11942 0 0,0-15 1105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5:24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35 459 192 0 0,'-1'0'120'0'0,"1"1"1"0"0,0-1-1 0 0,-1 0 1 0 0,1 1-1 0 0,0-1 1 0 0,-1 0-1 0 0,1 0 1 0 0,0 1-1 0 0,-1-1 1 0 0,1 0-1 0 0,-1 0 1 0 0,1 1-1 0 0,0-1 0 0 0,-1 0 1 0 0,1 0-1 0 0,-1 0 1 0 0,1 0-1 0 0,-1 0 1 0 0,1 0-1 0 0,-1 0 1 0 0,1 0-1 0 0,-1 0 1 0 0,1 0-1 0 0,-1 0 1 0 0,1 0-1 0 0,0 0 0 0 0,-1 0 1 0 0,1 0-1 0 0,-1 0 1 0 0,1-1-1 0 0,-1 1 1 0 0,1 0-1 0 0,0 0 1 0 0,-1 0-1 0 0,1-1 1 0 0,-1 1-1 0 0,0-1 1 0 0,-9-20 1518 0 0,3-27-549 0 0,6 30-880 0 0,1-1 0 0 0,1 0 0 0 0,1 0 0 0 0,1 1 0 0 0,0-1 0 0 0,1 1 0 0 0,1 0 1 0 0,1 0-1 0 0,0 1 0 0 0,2-1 0 0 0,0 1 0 0 0,1 1 0 0 0,0 0 0 0 0,23-29 0 0 0,-26 37-195 0 0,1 0-1 0 0,0 0 0 0 0,1 1 1 0 0,-1 0-1 0 0,2 0 1 0 0,-1 1-1 0 0,0 0 0 0 0,1 1 1 0 0,0-1-1 0 0,1 2 0 0 0,-1-1 1 0 0,1 1-1 0 0,0 1 1 0 0,0 0-1 0 0,0 0 0 0 0,0 1 1 0 0,0 0-1 0 0,1 1 1 0 0,-1 0-1 0 0,1 1 0 0 0,-1 0 1 0 0,1 1-1 0 0,-1 0 0 0 0,0 0 1 0 0,1 1-1 0 0,-1 1 1 0 0,19 6-1 0 0,-20-5 194 0 0,0 1-1 0 0,0 0 1 0 0,-1 0 0 0 0,0 1 0 0 0,0 0-1 0 0,0 1 1 0 0,-1 0 0 0 0,1 0-1 0 0,-2 0 1 0 0,1 1 0 0 0,-1 0 0 0 0,0 0-1 0 0,-1 0 1 0 0,0 1 0 0 0,-1 0 0 0 0,1 0-1 0 0,-1 0 1 0 0,3 15 0 0 0,1 3 285 0 0,-1 1 1 0 0,-1 0 0 0 0,-2 0 0 0 0,-1 0 0 0 0,0 38 543 0 0,-8-100-1043 0 0,8 20-33 0 0,0 1 0 0 0,1 1 0 0 0,1-1 1 0 0,0 1-1 0 0,0-1 0 0 0,14-20 0 0 0,-14 26 21 0 0,1 0-1 0 0,0 0 1 0 0,0 0-1 0 0,1 0 0 0 0,0 1 1 0 0,0 1-1 0 0,1-1 1 0 0,0 1-1 0 0,0 0 0 0 0,15-7 1 0 0,3 3-94 0 0,0 2 0 0 0,0 0 0 0 0,0 1 0 0 0,1 2 0 0 0,0 1 0 0 0,0 1 1 0 0,0 1-1 0 0,0 1 0 0 0,33 5 0 0 0,-49-4 108 0 0,-1 1 0 0 0,1 0 1 0 0,0 1-1 0 0,-1 0 0 0 0,0 0 0 0 0,1 1 1 0 0,-1 0-1 0 0,-1 1 0 0 0,1 1 1 0 0,-1-1-1 0 0,0 1 0 0 0,0 1 0 0 0,-1-1 1 0 0,1 2-1 0 0,-1-1 0 0 0,-1 1 0 0 0,0 0 1 0 0,7 10-1 0 0,-1 3 195 0 0,-1 1-1 0 0,-1 0 1 0 0,0 0 0 0 0,-2 1 0 0 0,-1 1-1 0 0,10 43 1 0 0,-9-37-162 0 0,-6-24 18 0 0,0 1-1 0 0,-1 0 1 0 0,0-1 0 0 0,-1 1-1 0 0,2 11 1 0 0,-6-39 90 0 0,2 17-105 0 0,1 0 0 0 0,-1 0 1 0 0,1 0-1 0 0,0 0 0 0 0,0 0 1 0 0,0 0-1 0 0,0 0 0 0 0,2-8 1 0 0,3-4-63 0 0,1 1 0 0 0,1-1 1 0 0,0 1-1 0 0,1 0 0 0 0,0 1 1 0 0,2 0-1 0 0,-1 0 0 0 0,2 1 1 0 0,0 0-1 0 0,0 1 0 0 0,1 0 1 0 0,0 1-1 0 0,1 0 1 0 0,1 1-1 0 0,0 0 0 0 0,21-10 1 0 0,-15 9-16 0 0,1 2 0 0 0,1 0 0 0 0,-1 1 0 0 0,1 2 0 0 0,0 0 0 0 0,1 1 0 0 0,0 1 0 0 0,-1 1 0 0 0,1 1 0 0 0,0 1 0 0 0,39 4 0 0 0,-51-2 68 0 0,0 0 0 0 0,0 1 0 0 0,0 1 0 0 0,0 0 0 0 0,0 0-1 0 0,-1 1 1 0 0,1 0 0 0 0,-1 1 0 0 0,0 0 0 0 0,0 1 0 0 0,-1 0-1 0 0,0 1 1 0 0,10 8 0 0 0,-10-6 411 0 0,-1 0-1 0 0,-1 0 1 0 0,0 1-1 0 0,0 0 1 0 0,-1 0-1 0 0,0 1 1 0 0,-1-1-1 0 0,0 1 1 0 0,-1 0-1 0 0,0 1 1 0 0,0-1-1 0 0,1 16 1 0 0,1 39 3657 0 0,-6-66-4097 0 0,-42-15-59 0 0,-81-53-460 0 0,132 71 514 0 0,0-1 0 0 0,0 0 1 0 0,1 0-1 0 0,-1-1 1 0 0,0-1-1 0 0,0 1 1 0 0,1-2-1 0 0,-1 1 1 0 0,0-1-1 0 0,0 0 1 0 0,1-1-1 0 0,11-4 1 0 0,-9 3 147 0 0,-1 0 0 0 0,1 1 0 0 0,0 1 0 0 0,0 0 1 0 0,0 1-1 0 0,1 0 0 0 0,19 2 0 0 0,-31-1-99 0 0,0-1-1 0 0,0 0 1 0 0,-1 1 0 0 0,1-1-1 0 0,0 0 1 0 0,0 1-1 0 0,0-1 1 0 0,0 1-1 0 0,0-1 1 0 0,0 1-1 0 0,0 0 1 0 0,-1-1 0 0 0,1 1-1 0 0,0 0 1 0 0,-1 0-1 0 0,1-1 1 0 0,0 1-1 0 0,-1 0 1 0 0,1 0 0 0 0,-1 0-1 0 0,1 0 1 0 0,-1 0-1 0 0,1 0 1 0 0,-1 0-1 0 0,0 1 1 0 0,-1 31 847 0 0,-24 35 153 0 0,23-62-1010 0 0,1-5-72 0 0,-24 46 156 0 0,24-45-397 0 0,-1 0-1 0 0,1-1 1 0 0,0 1 0 0 0,-1 0-1 0 0,0-1 1 0 0,1 1 0 0 0,-1-1-1 0 0,0 1 1 0 0,0-1 0 0 0,0 0-1 0 0,0 0 1 0 0,-2 2 0 0 0,3-3 76 0 0,1 0 0 0 0,0 0 0 0 0,0 0 0 0 0,-1 0 0 0 0,1 0 0 0 0,0 0 0 0 0,0 0 0 0 0,-1 0 0 0 0,1 0 0 0 0,0 0 0 0 0,0 0 0 0 0,0 0 0 0 0,-1 0 0 0 0,1 0 0 0 0,0 0 0 0 0,0 0 0 0 0,-1 0 0 0 0,1 0 0 0 0,0 0 0 0 0,0 0 0 0 0,0 0 0 0 0,-1-1 0 0 0,1 1 0 0 0,0 0 0 0 0,0 0 0 0 0,0 0 0 0 0,-1 0 0 0 0,1 0 0 0 0,0-1 0 0 0,0 1 0 0 0,0 0 0 0 0,0 0 0 0 0,0 0 0 0 0,0-1 0 0 0,-1 1 0 0 0,1 0 0 0 0,0 0 0 0 0,0 0 0 0 0,0-1 0 0 0,0 1 0 0 0,0 0 0 0 0,0 0 0 0 0,0-1 0 0 0,0 1 0 0 0,0 0 0 0 0,2-18-7293 0 0,8-13-67 0 0,-2 11 5147 0 0,-6 16 2105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1:06:40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15894,'0'1980'0,"952"-1980"0,-952-1980 0,-952 1980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6:46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50 703 164 0 0,'-1'0'141'0'0,"-1"1"0"0"0,0-1-1 0 0,0 0 1 0 0,1 0 0 0 0,-1 0 0 0 0,0 0 0 0 0,0 0-1 0 0,1 0 1 0 0,-1-1 0 0 0,0 1 0 0 0,0-1 0 0 0,1 1-1 0 0,-1-1 1 0 0,0 1 0 0 0,1-1 0 0 0,-1 0 0 0 0,1 0-1 0 0,-1 0 1 0 0,1 0 0 0 0,-1 0 0 0 0,1 0 0 0 0,0 0-1 0 0,-1-1 1 0 0,1 1 0 0 0,0 0 0 0 0,0-1 0 0 0,0 1-1 0 0,0-1 1 0 0,0 1 0 0 0,0-1 0 0 0,0 0 0 0 0,1 1-1 0 0,-1-1 1 0 0,1 0 0 0 0,-1 1 0 0 0,1-1 0 0 0,0 0-1 0 0,-1 0 1 0 0,1 1 0 0 0,0-1 0 0 0,0 0 0 0 0,0 0-1 0 0,1-3 1 0 0,-1-10-5 0 0,0 0 0 0 0,2 0 0 0 0,-1 1-1 0 0,2-1 1 0 0,0 0 0 0 0,1 1 0 0 0,0 0-1 0 0,1 0 1 0 0,1 0 0 0 0,12-22 0 0 0,-1 6-46 0 0,1 1 1 0 0,2 1 0 0 0,35-40-1 0 0,-32 43-94 0 0,0 2-1 0 0,2 0 1 0 0,1 1-1 0 0,1 2 0 0 0,0 1 1 0 0,1 1-1 0 0,1 1 0 0 0,1 2 1 0 0,1 0-1 0 0,44-13 0 0 0,-52 21 13 0 0,0 2 0 0 0,0 0 0 0 0,1 1-1 0 0,-1 2 1 0 0,1 0 0 0 0,0 1 0 0 0,0 2-1 0 0,0 0 1 0 0,-1 2 0 0 0,1 1-1 0 0,-1 0 1 0 0,1 2 0 0 0,-1 0 0 0 0,-1 2-1 0 0,29 13 1 0 0,-20-5 82 0 0,-1 1 0 0 0,0 1-1 0 0,-2 2 1 0 0,0 0 0 0 0,-1 2 0 0 0,-1 1-1 0 0,-1 2 1 0 0,-1 0 0 0 0,36 51 0 0 0,-45-54-65 0 0,0 2 0 0 0,-2 0 0 0 0,-1 0 0 0 0,-1 1 0 0 0,-1 1-1 0 0,-1 0 1 0 0,-1 0 0 0 0,-2 1 0 0 0,0-1 0 0 0,-2 2 0 0 0,-1-1 0 0 0,-1 54 0 0 0,-3-66 48 0 0,-1 0 0 0 0,-1 0 1 0 0,-1 0-1 0 0,0 0 0 0 0,-1-1 0 0 0,0 1 0 0 0,-1-1 0 0 0,-1 0 0 0 0,0-1 1 0 0,-1 0-1 0 0,0 0 0 0 0,-1-1 0 0 0,-1 1 0 0 0,0-2 0 0 0,-13 12 0 0 0,16-15-27 0 0,-1-1 0 0 0,0-1 0 0 0,0 1-1 0 0,0-1 1 0 0,-1-1 0 0 0,0 0 0 0 0,0 0 0 0 0,-1 0-1 0 0,1-1 1 0 0,-1-1 0 0 0,0 0 0 0 0,0 0-1 0 0,0-1 1 0 0,0 0 0 0 0,0-1 0 0 0,-1 0 0 0 0,1 0-1 0 0,0-1 1 0 0,-1-1 0 0 0,1 0 0 0 0,0 0 0 0 0,0-1-1 0 0,-11-3 1 0 0,9 1-92 0 0,1-1-1 0 0,-1 0 1 0 0,0-1-1 0 0,1 0 1 0 0,0-1 0 0 0,1 0-1 0 0,-1 0 1 0 0,2-1-1 0 0,-1-1 1 0 0,1 0-1 0 0,0 0 1 0 0,1-1 0 0 0,0 0-1 0 0,0 0 1 0 0,1-1-1 0 0,1 0 1 0 0,-9-19 0 0 0,9 15 62 0 0,0-1 0 0 0,2 0 0 0 0,0 0 1 0 0,0 0-1 0 0,2 0 0 0 0,0-1 0 0 0,1 1 1 0 0,0-1-1 0 0,2 1 0 0 0,0-1 0 0 0,0 1 1 0 0,2-1-1 0 0,5-18 0 0 0,0 10-5 0 0,1-1 0 0 0,2 2 0 0 0,1-1 0 0 0,0 1-1 0 0,2 1 1 0 0,1 1 0 0 0,0 0 0 0 0,2 0 0 0 0,0 2 0 0 0,2 0 0 0 0,0 1 0 0 0,26-19 0 0 0,23-14-213 0 0,2 3 1 0 0,115-60-1 0 0,-159 94 228 0 0,1 2-1 0 0,0 1 1 0 0,1 2-1 0 0,0 0 1 0 0,1 2-1 0 0,0 1 1 0 0,0 1-1 0 0,0 2 0 0 0,1 1 1 0 0,-1 1-1 0 0,1 1 1 0 0,0 2-1 0 0,0 1 1 0 0,-1 1-1 0 0,1 2 1 0 0,-1 1-1 0 0,0 1 1 0 0,-1 1-1 0 0,0 2 1 0 0,54 26-1 0 0,-33-10-143 0 0,-1 2-1 0 0,-2 2 1 0 0,-1 2-1 0 0,73 68 1 0 0,-97-80 215 0 0,-2 1 0 0 0,0 1 0 0 0,-1 1 0 0 0,-1 0 0 0 0,-1 1 0 0 0,-2 1 0 0 0,0 0 0 0 0,-2 1 0 0 0,0 1 0 0 0,-2 0 0 0 0,7 28 0 0 0,-11-31-164 0 0,-2-1 0 0 0,0 1 0 0 0,-2 0 1 0 0,0 0-1 0 0,-2 0 0 0 0,-3 36 0 0 0,2-50 51 0 0,-1 0 0 0 0,-1 0 0 0 0,0 0 0 0 0,0-1 0 0 0,0 1 0 0 0,-1-1 0 0 0,-1 1 0 0 0,0-1 0 0 0,0-1 0 0 0,-1 1 0 0 0,0-1 0 0 0,0 0 0 0 0,-1 0-1 0 0,0-1 1 0 0,0 1 0 0 0,-1-2 0 0 0,-14 11 0 0 0,11-10 23 0 0,1 0 0 0 0,-1-1 0 0 0,-1 0 0 0 0,1-1 0 0 0,-1-1-1 0 0,0 0 1 0 0,0 0 0 0 0,0-1 0 0 0,0-1 0 0 0,0 0 0 0 0,-1 0-1 0 0,1-1 1 0 0,-1-1 0 0 0,1 0 0 0 0,-1-1 0 0 0,-16-3 0 0 0,18 2-17 0 0,1-1 1 0 0,0-1 0 0 0,0 0 0 0 0,0 0 0 0 0,0-1-1 0 0,1 0 1 0 0,0 0 0 0 0,0-1 0 0 0,0 0-1 0 0,1-1 1 0 0,0 0 0 0 0,0-1 0 0 0,1 1 0 0 0,0-1-1 0 0,0-1 1 0 0,0 1 0 0 0,1-1 0 0 0,1 0 0 0 0,-7-15-1 0 0,5 8 18 0 0,1 0 0 0 0,0 0 0 0 0,1-1-1 0 0,1 0 1 0 0,1 1 0 0 0,1-1-1 0 0,0-1 1 0 0,1 1 0 0 0,0 0 0 0 0,2 0-1 0 0,0 0 1 0 0,1 0 0 0 0,1 0 0 0 0,0 0-1 0 0,1 0 1 0 0,1 1 0 0 0,1-1-1 0 0,0 1 1 0 0,1 1 0 0 0,1-1 0 0 0,17-25-1 0 0,-7 14-117 0 0,2 0 0 0 0,1 2 1 0 0,1 0-1 0 0,1 1 0 0 0,1 2 0 0 0,2 0 0 0 0,0 2 0 0 0,0 0 0 0 0,2 2 0 0 0,43-21 0 0 0,-19 15 330 0 0,1 1 0 0 0,1 3 0 0 0,0 3 0 0 0,63-12 0 0 0,-79 22-255 0 0,0 3 1 0 0,1 0-1 0 0,-1 3 1 0 0,1 1-1 0 0,0 2 1 0 0,-1 1-1 0 0,39 10 1 0 0,-41-6 194 0 0,-1 3-1 0 0,0 0 1 0 0,0 3-1 0 0,-2 1 1 0 0,1 1 0 0 0,-2 1-1 0 0,0 3 1 0 0,50 37 0 0 0,-65-42-79 0 0,0 0 1 0 0,-1 2 0 0 0,-1 0 0 0 0,0 0 0 0 0,-1 2 0 0 0,-1 0 0 0 0,-1 0 0 0 0,-1 1 0 0 0,0 1 0 0 0,-1-1-1 0 0,-1 2 1 0 0,-1-1 0 0 0,-1 1 0 0 0,-1 1 0 0 0,5 35 0 0 0,-9-46-102 0 0,-1 1 0 0 0,-1 0 0 0 0,0-1 0 0 0,0 1 0 0 0,-1 0 0 0 0,-1-1 0 0 0,0 1 0 0 0,0-1 1 0 0,-1 0-1 0 0,-1 1 0 0 0,0-1 0 0 0,-1-1 0 0 0,1 1 0 0 0,-2-1 0 0 0,0 1 0 0 0,0-2 0 0 0,-8 11 0 0 0,4-10 3 0 0,1 1 0 0 0,-2-1 1 0 0,1-1-1 0 0,-2 0 0 0 0,1-1 0 0 0,-1 0 0 0 0,0 0 0 0 0,-1-1 0 0 0,1-1 1 0 0,-1 0-1 0 0,-1-1 0 0 0,1 0 0 0 0,-26 5 0 0 0,25-8-48 0 0,0 0-1 0 0,0 0 0 0 0,-1-1 1 0 0,1-1-1 0 0,0 0 1 0 0,-1-1-1 0 0,1-1 0 0 0,0 0 1 0 0,0-1-1 0 0,0 0 0 0 0,0-1 1 0 0,1-1-1 0 0,-20-9 1 0 0,24 9 69 0 0,1 0 1 0 0,-1 0-1 0 0,1-1 1 0 0,1 0-1 0 0,-1-1 1 0 0,1 0 0 0 0,0 0-1 0 0,0 0 1 0 0,1-1-1 0 0,0 0 1 0 0,0 0-1 0 0,1 0 1 0 0,0-1-1 0 0,1 0 1 0 0,0 0 0 0 0,0 0-1 0 0,1-1 1 0 0,0 1-1 0 0,1-1 1 0 0,-2-12-1 0 0,0-3 62 0 0,2 1 0 0 0,0 0-1 0 0,2-1 1 0 0,1 1 0 0 0,1-1-1 0 0,9-44 1 0 0,-7 54-121 0 0,1 0 1 0 0,0 0-1 0 0,1 0 1 0 0,1 0-1 0 0,16-25 1 0 0,-14 27 8 0 0,1 1 0 0 0,0 0 1 0 0,20-18-1 0 0,11-6 78 0 0,1 2 1 0 0,3 2 0 0 0,88-49-1 0 0,-81 56 255 0 0,94-32 0 0 0,-105 43-283 0 0,205-58-28 0 0,-209 65 344 0 0,0 0-1 0 0,0 3 1 0 0,1 1-1 0 0,69 4 1 0 0,-5 10 219 0 0,-13 5-810 0 0,-1 4 0 0 0,126 46 1 0 0,-158-46 157 0 0,447 140 2150 0 0,-457-152-1996 0 0,-32-6-1 0 0,-1 1-1 0 0,1 0 1 0 0,23 8-1 0 0,-28-4 1771 0 0,-19-4 703 0 0,-6 1-5645 0 0,-35 5-9263 0 0,0-12 7966 0 0,42 2 4096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6:48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1 149 128 0 0,'3'-4'7579'0'0,"-3"4"-7444"0"0,6 14 1476 0 0,5 22-1916 0 0,0 74 905 0 0,-4 1 0 0 0,-13 190 0 0 0,0-191-851 0 0,-8 604 503 0 0,13-489-837 0 0,-3-80 1045 0 0,4-141-458 0 0,0-1 0 0 0,0 1 0 0 0,1-1 0 0 0,-1 0 0 0 0,1 1 0 0 0,0-1-1 0 0,0 0 1 0 0,0 1 0 0 0,0-1 0 0 0,0 0 0 0 0,1 0 0 0 0,0 0 0 0 0,-1 0-1 0 0,1 0 1 0 0,0 0 0 0 0,0-1 0 0 0,1 1 0 0 0,-1-1 0 0 0,1 1 0 0 0,-1-1-1 0 0,1 0 1 0 0,0 0 0 0 0,-1 0 0 0 0,1 0 0 0 0,0 0 0 0 0,0-1 0 0 0,1 1 0 0 0,4 1-1 0 0,8 1 51 0 0,1 0-1 0 0,-1-1 1 0 0,0-1-1 0 0,31 1 1 0 0,-28-2 40 0 0,296-11 233 0 0,-218 3 273 0 0,148 7 1 0 0,-224 1-635 0 0,0 2 0 0 0,0 1-1 0 0,0 0 1 0 0,-1 1 0 0 0,0 2 0 0 0,0 0 0 0 0,0 1 0 0 0,34 19-1 0 0,-52-38-7 0 0,-1-1-1 0 0,0 1 0 0 0,0-1 0 0 0,-1 0 1 0 0,-3-17-1 0 0,-2-28-146 0 0,3-1 1 0 0,7-85-1 0 0,27-114 721 0 0,-12 113-681 0 0,105-530 910 0 0,-90 511-1105 0 0,14-129 746 0 0,-48 288-420 0 0,-1-1 1 0 0,0 1 0 0 0,0-1-1 0 0,0 1 1 0 0,-1-1 0 0 0,0 1-1 0 0,0-1 1 0 0,0 1 0 0 0,0-1-1 0 0,-1 1 1 0 0,0 0 0 0 0,0 0-1 0 0,0 0 1 0 0,0 0 0 0 0,0 0-1 0 0,-1 0 1 0 0,0 1 0 0 0,0-1-1 0 0,0 1 1 0 0,0 0-1 0 0,0 0 1 0 0,-1 0 0 0 0,1 0-1 0 0,-1 0 1 0 0,0 1 0 0 0,0 0-1 0 0,0-1 1 0 0,0 2 0 0 0,0-1-1 0 0,0 0 1 0 0,-9-1 0 0 0,-12-4-634 0 0,-1 2 1 0 0,-1 0-1 0 0,1 2 1 0 0,-36 0-1 0 0,23 1 340 0 0,-154-15 2635 0 0,-221-10 618 0 0,316 27-2505 0 0,34 0 3062 0 0,63 12-17627 0 0,-2 11 10860 0 0,1-19 2991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6:5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57 172 0 0,'-1'-7'4711'0'0,"4"5"-4592"0"0,1-1 1 0 0,0 1-1 0 0,0 0 1 0 0,0 0-1 0 0,0 0 0 0 0,0 1 1 0 0,0 0-1 0 0,1-1 1 0 0,-1 2-1 0 0,7-2 0 0 0,55-3 649 0 0,-34 4-497 0 0,30-5-41 0 0,56-6 754 0 0,-1 5 1 0 0,129 10 0 0 0,-57 6-370 0 0,-189-9-562 0 0,-7 22-10583 0 0,4-15 10286 0 0,1-3 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1:06:56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18172,'0'1880'0,"993"-1880"0,-993-1880 0,-993 1880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6:58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72 0 0,'4'-10'1295'0'0,"6"-20"-1561"0"0,-8 19 4976 0 0,-1 1 5382 0 0,-2 10-9513 0 0,-3-16-17915 0 0,4 8 19451 0 0,2-7-2908 0 0,0 7 505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7:01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9 104 0 0,'0'0'98'0'0,"0"0"0"0"0,1-1 0 0 0,-1 1 0 0 0,0 0-1 0 0,0 0 1 0 0,0 0 0 0 0,0 0 0 0 0,0 0 0 0 0,1 0 0 0 0,-1-1 0 0 0,0 1 0 0 0,0 0 0 0 0,0 0-1 0 0,0 0 1 0 0,0 0 0 0 0,0 0 0 0 0,0-1 0 0 0,1 1 0 0 0,-1 0 0 0 0,0 0 0 0 0,0 0-1 0 0,0-1 1 0 0,0 1 0 0 0,0 0 0 0 0,0 0 0 0 0,0 0 0 0 0,0-1 0 0 0,0 1 0 0 0,0 0 0 0 0,0 0-1 0 0,0 0 1 0 0,0-1 0 0 0,0 1 0 0 0,0 0 0 0 0,0 0 0 0 0,-1 0 0 0 0,1 0 0 0 0,0-1 0 0 0,0 1-1 0 0,0 0 1 0 0,0 0 0 0 0,0 0 0 0 0,0 0 0 0 0,0-1 0 0 0,-1 1 0 0 0,1 0 0 0 0,0 0 0 0 0,0 0-1 0 0,0 0 1 0 0,0 0 0 0 0,-1 0 0 0 0,1-1 0 0 0,0 1 0 0 0,0 0 0 0 0,-15 6 2358 0 0,-15 16-987 0 0,17-2-1168 0 0,1 0-1 0 0,1 0 1 0 0,1 2 0 0 0,0-1 0 0 0,-10 40 0 0 0,-23 121 466 0 0,35-144-615 0 0,0 20 385 0 0,2 0 1 0 0,2 0-1 0 0,3 0 0 0 0,3 0 0 0 0,2 0 0 0 0,3 0 1 0 0,24 99-1 0 0,-23-128-247 0 0,18 48 0 0 0,-22-69-410 0 0,-1 0 0 0 0,1 0 0 0 0,0 0 0 0 0,1-1 0 0 0,0 1 0 0 0,0-1 0 0 0,1-1 0 0 0,0 1 0 0 0,0-1 0 0 0,11 9 0 0 0,-16-14 22 0 0,0-1 0 0 0,1 0-1 0 0,-1 0 1 0 0,0 0 0 0 0,1 0-1 0 0,-1 0 1 0 0,1 0 0 0 0,-1 0-1 0 0,0 0 1 0 0,1 0-1 0 0,-1-1 1 0 0,0 1 0 0 0,1-1-1 0 0,-1 1 1 0 0,0-1 0 0 0,0 1-1 0 0,1-1 1 0 0,-1 0 0 0 0,0 0-1 0 0,0 1 1 0 0,0-1-1 0 0,0 0 1 0 0,0 0 0 0 0,0 0-1 0 0,0 0 1 0 0,0 0 0 0 0,0 0-1 0 0,-1-1 1 0 0,1 1 0 0 0,0 0-1 0 0,0-2 1 0 0,24-39-3995 0 0,12-36-1370 0 0,9-18 2771 0 0,-36 78 2444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7:01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75 44 0 0,'40'-74'9578'0'0,"-44"74"-9358"0"0,0 1 0 0 0,0 0-1 0 0,0 0 1 0 0,0 1 0 0 0,0-1-1 0 0,1 1 1 0 0,-1 0 0 0 0,1 0-1 0 0,-1 0 1 0 0,1 0-1 0 0,0 1 1 0 0,0-1 0 0 0,0 1-1 0 0,0 0 1 0 0,-5 5 0 0 0,-35 50-110 0 0,25-28 18 0 0,1 1 0 0 0,2 1 0 0 0,1 1-1 0 0,2 0 1 0 0,-11 41 0 0 0,7-6-189 0 0,-11 113 0 0 0,24-144 105 0 0,2 0-1 0 0,2-1 1 0 0,1 1 0 0 0,2-1 0 0 0,2 0-1 0 0,16 60 1 0 0,1-25 523 0 0,3-1-1 0 0,43 81 0 0 0,-52-128-294 0 0,-16-22-525 0 0,0-1 1 0 0,0 1-1 0 0,0 0 1 0 0,1-1 0 0 0,-1 1-1 0 0,0-1 1 0 0,0 1 0 0 0,0-1-1 0 0,1 0 1 0 0,-1 0-1 0 0,0 1 1 0 0,1-1 0 0 0,-1 0-1 0 0,0 0 1 0 0,0 0 0 0 0,1 0-1 0 0,-1 0 1 0 0,0-1-1 0 0,1 1 1 0 0,-1 0 0 0 0,2-1-1 0 0,3-2-951 0 0,1-1 0 0 0,-1 0 0 0 0,0 0 0 0 0,0 0 0 0 0,0-1 0 0 0,9-8 0 0 0,-15 13 1208 0 0,39-33-1884 0 0,-28 23 1620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7:02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25 20 0 0,'9'-12'149'0'0,"-1"0"6980"0"0,-30 21-2814 0 0,10-3-4027 0 0,1 1 0 0 0,-1 1 0 0 0,1 0 1 0 0,1 1-1 0 0,-1 0 0 0 0,1 0 0 0 0,1 1 0 0 0,0 0 0 0 0,0 1 0 0 0,-9 15 0 0 0,7-6-154 0 0,1-1 0 0 0,0 2-1 0 0,2-1 1 0 0,0 1 0 0 0,-8 37-1 0 0,5 9-293 0 0,3 1-1 0 0,2-1 1 0 0,4 74-1 0 0,3-62 828 0 0,3-1-1 0 0,3 0 1 0 0,24 105 0 0 0,19-22 298 0 0,-44-161-1748 0 0,-1 0 0 0 0,0 0-1 0 0,1-1 1 0 0,-1 0-1 0 0,0 0 1 0 0,0 0-1 0 0,0 0 1 0 0,8-4 0 0 0,-9 4-589 0 0,53-16-5757 0 0,1-2 4511 0 0,-46 15 2961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6T01:07:03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19 8 0 0,'13'-12'1318'0'0,"-18"6"1101"0"0,3 6-2151 0 0,-1 0 0 0 0,0 0-1 0 0,1 0 1 0 0,-1 0-1 0 0,1 0 1 0 0,-1 0-1 0 0,1 1 1 0 0,-1-1-1 0 0,1 1 1 0 0,-4 1 0 0 0,-6 3 127 0 0,0 2 1 0 0,0-1 0 0 0,1 2 0 0 0,0-1 0 0 0,1 1 0 0 0,0 1 0 0 0,0 0 0 0 0,0 1-1 0 0,1 0 1 0 0,1 0 0 0 0,0 0 0 0 0,0 1 0 0 0,1 1 0 0 0,0-1 0 0 0,1 1 0 0 0,0 0-1 0 0,-6 24 1 0 0,-1 4-179 0 0,2 1 0 0 0,2 0 0 0 0,2 1 0 0 0,-3 56 0 0 0,8-59-60 0 0,1-1 1 0 0,2 1-1 0 0,2-1 0 0 0,1 1 0 0 0,2-1 0 0 0,2 0 0 0 0,2-1 0 0 0,1 1 0 0 0,1-2 0 0 0,2 0 0 0 0,25 44 0 0 0,-26-62 240 0 0,-10-15-47 0 0,-1-1-1 0 0,0 1 1 0 0,1 0-1 0 0,-1 0 1 0 0,0 0 0 0 0,-1 0-1 0 0,1 1 1 0 0,0-1 0 0 0,1 5-1 0 0,-24-12-15884 0 0,-1-5 11358 0 0,12 4 3506 0 0,4 3 429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c03c1d1e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1c03c1d1e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c03c1d1e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1c03c1d1e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c03c1d1e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21c03c1d1e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c03c1d1e6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1c03c1d1e6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c03c1d1e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1c03c1d1e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c03c1d1e6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1c03c1d1e6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c03c1d1e6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1c03c1d1e6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c03c1d1e6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1c03c1d1e6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c03c1d1e6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1c03c1d1e6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c03c1d1e6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1c03c1d1e6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1c03c1d1e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1c03c1d1e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c03c1d1e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1c03c1d1e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c03c1d1e6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21c03c1d1e6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1c03c1d1e6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1c03c1d1e6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220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074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5866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076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5F3D490-9250-E122-674D-A994A392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DF1BF5C1-345C-DF2A-3031-571908C40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4F4990A1-AC80-A1B2-1BA6-A3BFFB3B5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015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B9BF6A6-A5D8-DDF0-73A9-E6A905F8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6C9E317F-F3CC-512F-FAB9-8D50B7AC8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E1B6E134-80D2-54B5-1741-3246407F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067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1c03c1d1e6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1c03c1d1e6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1c03c1d1e6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1c03c1d1e6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1c03c1d1e6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1c03c1d1e6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1c03c1d1e6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1c03c1d1e6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9902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1c03c1d1e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21c03c1d1e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c03c1d1e6_1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1c03c1d1e6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1c03c1d1e6_1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1c03c1d1e6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c03c1d1e6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1c03c1d1e6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1c03c1d1e6_1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1c03c1d1e6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1c03c1d1e6_1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21c03c1d1e6_1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1c03c1d1e6_1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1c03c1d1e6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1c03c1d1e6_1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21c03c1d1e6_1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1c03c1d1e6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21c03c1d1e6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1c03c1d1e6_1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1c03c1d1e6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.png"/><Relationship Id="rId21" Type="http://schemas.openxmlformats.org/officeDocument/2006/relationships/image" Target="../media/image44.png"/><Relationship Id="rId42" Type="http://schemas.openxmlformats.org/officeDocument/2006/relationships/customXml" Target="../ink/ink20.xml"/><Relationship Id="rId63" Type="http://schemas.openxmlformats.org/officeDocument/2006/relationships/image" Target="../media/image65.png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07" Type="http://schemas.openxmlformats.org/officeDocument/2006/relationships/image" Target="../media/image87.png"/><Relationship Id="rId11" Type="http://schemas.openxmlformats.org/officeDocument/2006/relationships/image" Target="../media/image39.png"/><Relationship Id="rId32" Type="http://schemas.openxmlformats.org/officeDocument/2006/relationships/customXml" Target="../ink/ink15.xml"/><Relationship Id="rId37" Type="http://schemas.openxmlformats.org/officeDocument/2006/relationships/image" Target="../media/image52.png"/><Relationship Id="rId53" Type="http://schemas.openxmlformats.org/officeDocument/2006/relationships/image" Target="../media/image60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73.png"/><Relationship Id="rId102" Type="http://schemas.openxmlformats.org/officeDocument/2006/relationships/customXml" Target="../ink/ink50.xml"/><Relationship Id="rId123" Type="http://schemas.openxmlformats.org/officeDocument/2006/relationships/image" Target="../media/image95.png"/><Relationship Id="rId128" Type="http://schemas.openxmlformats.org/officeDocument/2006/relationships/customXml" Target="../ink/ink63.xml"/><Relationship Id="rId5" Type="http://schemas.openxmlformats.org/officeDocument/2006/relationships/image" Target="../media/image36.png"/><Relationship Id="rId90" Type="http://schemas.openxmlformats.org/officeDocument/2006/relationships/customXml" Target="../ink/ink44.xml"/><Relationship Id="rId95" Type="http://schemas.openxmlformats.org/officeDocument/2006/relationships/image" Target="../media/image81.png"/><Relationship Id="rId22" Type="http://schemas.openxmlformats.org/officeDocument/2006/relationships/customXml" Target="../ink/ink10.xml"/><Relationship Id="rId27" Type="http://schemas.openxmlformats.org/officeDocument/2006/relationships/image" Target="../media/image47.png"/><Relationship Id="rId43" Type="http://schemas.openxmlformats.org/officeDocument/2006/relationships/image" Target="../media/image55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68.png"/><Relationship Id="rId113" Type="http://schemas.openxmlformats.org/officeDocument/2006/relationships/image" Target="../media/image90.png"/><Relationship Id="rId118" Type="http://schemas.openxmlformats.org/officeDocument/2006/relationships/customXml" Target="../ink/ink58.xml"/><Relationship Id="rId134" Type="http://schemas.openxmlformats.org/officeDocument/2006/relationships/customXml" Target="../ink/ink66.xml"/><Relationship Id="rId139" Type="http://schemas.openxmlformats.org/officeDocument/2006/relationships/image" Target="../media/image103.png"/><Relationship Id="rId80" Type="http://schemas.openxmlformats.org/officeDocument/2006/relationships/customXml" Target="../ink/ink39.xml"/><Relationship Id="rId85" Type="http://schemas.openxmlformats.org/officeDocument/2006/relationships/image" Target="../media/image76.png"/><Relationship Id="rId12" Type="http://schemas.openxmlformats.org/officeDocument/2006/relationships/customXml" Target="../ink/ink5.xml"/><Relationship Id="rId17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customXml" Target="../ink/ink18.xml"/><Relationship Id="rId59" Type="http://schemas.openxmlformats.org/officeDocument/2006/relationships/image" Target="../media/image63.png"/><Relationship Id="rId103" Type="http://schemas.openxmlformats.org/officeDocument/2006/relationships/image" Target="../media/image85.png"/><Relationship Id="rId108" Type="http://schemas.openxmlformats.org/officeDocument/2006/relationships/customXml" Target="../ink/ink53.xml"/><Relationship Id="rId124" Type="http://schemas.openxmlformats.org/officeDocument/2006/relationships/customXml" Target="../ink/ink61.xml"/><Relationship Id="rId129" Type="http://schemas.openxmlformats.org/officeDocument/2006/relationships/image" Target="../media/image98.png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71.png"/><Relationship Id="rId91" Type="http://schemas.openxmlformats.org/officeDocument/2006/relationships/image" Target="../media/image79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23" Type="http://schemas.openxmlformats.org/officeDocument/2006/relationships/image" Target="../media/image45.png"/><Relationship Id="rId28" Type="http://schemas.openxmlformats.org/officeDocument/2006/relationships/customXml" Target="../ink/ink13.xml"/><Relationship Id="rId49" Type="http://schemas.openxmlformats.org/officeDocument/2006/relationships/image" Target="../media/image58.png"/><Relationship Id="rId114" Type="http://schemas.openxmlformats.org/officeDocument/2006/relationships/customXml" Target="../ink/ink56.xml"/><Relationship Id="rId119" Type="http://schemas.openxmlformats.org/officeDocument/2006/relationships/image" Target="../media/image93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66.png"/><Relationship Id="rId81" Type="http://schemas.openxmlformats.org/officeDocument/2006/relationships/image" Target="../media/image74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35" Type="http://schemas.openxmlformats.org/officeDocument/2006/relationships/image" Target="../media/image101.png"/><Relationship Id="rId13" Type="http://schemas.openxmlformats.org/officeDocument/2006/relationships/image" Target="../media/image40.png"/><Relationship Id="rId18" Type="http://schemas.openxmlformats.org/officeDocument/2006/relationships/customXml" Target="../ink/ink8.xml"/><Relationship Id="rId39" Type="http://schemas.openxmlformats.org/officeDocument/2006/relationships/image" Target="../media/image53.png"/><Relationship Id="rId109" Type="http://schemas.openxmlformats.org/officeDocument/2006/relationships/image" Target="../media/image88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61.png"/><Relationship Id="rId76" Type="http://schemas.openxmlformats.org/officeDocument/2006/relationships/customXml" Target="../ink/ink37.xml"/><Relationship Id="rId97" Type="http://schemas.openxmlformats.org/officeDocument/2006/relationships/image" Target="../media/image82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image" Target="../media/image96.png"/><Relationship Id="rId141" Type="http://schemas.openxmlformats.org/officeDocument/2006/relationships/image" Target="../media/image104.png"/><Relationship Id="rId7" Type="http://schemas.openxmlformats.org/officeDocument/2006/relationships/image" Target="../media/image37.png"/><Relationship Id="rId71" Type="http://schemas.openxmlformats.org/officeDocument/2006/relationships/image" Target="../media/image69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31.xml"/><Relationship Id="rId29" Type="http://schemas.openxmlformats.org/officeDocument/2006/relationships/image" Target="../media/image48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56.png"/><Relationship Id="rId66" Type="http://schemas.openxmlformats.org/officeDocument/2006/relationships/customXml" Target="../ink/ink32.xml"/><Relationship Id="rId87" Type="http://schemas.openxmlformats.org/officeDocument/2006/relationships/image" Target="../media/image77.png"/><Relationship Id="rId110" Type="http://schemas.openxmlformats.org/officeDocument/2006/relationships/customXml" Target="../ink/ink54.xml"/><Relationship Id="rId115" Type="http://schemas.openxmlformats.org/officeDocument/2006/relationships/image" Target="../media/image91.png"/><Relationship Id="rId131" Type="http://schemas.openxmlformats.org/officeDocument/2006/relationships/image" Target="../media/image99.png"/><Relationship Id="rId136" Type="http://schemas.openxmlformats.org/officeDocument/2006/relationships/customXml" Target="../ink/ink67.xml"/><Relationship Id="rId61" Type="http://schemas.openxmlformats.org/officeDocument/2006/relationships/image" Target="../media/image64.png"/><Relationship Id="rId82" Type="http://schemas.openxmlformats.org/officeDocument/2006/relationships/customXml" Target="../ink/ink40.xml"/><Relationship Id="rId19" Type="http://schemas.openxmlformats.org/officeDocument/2006/relationships/image" Target="../media/image43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51.png"/><Relationship Id="rId56" Type="http://schemas.openxmlformats.org/officeDocument/2006/relationships/customXml" Target="../ink/ink27.xml"/><Relationship Id="rId77" Type="http://schemas.openxmlformats.org/officeDocument/2006/relationships/image" Target="../media/image72.png"/><Relationship Id="rId100" Type="http://schemas.openxmlformats.org/officeDocument/2006/relationships/customXml" Target="../ink/ink49.xml"/><Relationship Id="rId105" Type="http://schemas.openxmlformats.org/officeDocument/2006/relationships/image" Target="../media/image86.png"/><Relationship Id="rId126" Type="http://schemas.openxmlformats.org/officeDocument/2006/relationships/customXml" Target="../ink/ink62.xml"/><Relationship Id="rId8" Type="http://schemas.openxmlformats.org/officeDocument/2006/relationships/customXml" Target="../ink/ink3.xml"/><Relationship Id="rId51" Type="http://schemas.openxmlformats.org/officeDocument/2006/relationships/image" Target="../media/image59.png"/><Relationship Id="rId72" Type="http://schemas.openxmlformats.org/officeDocument/2006/relationships/customXml" Target="../ink/ink35.xml"/><Relationship Id="rId93" Type="http://schemas.openxmlformats.org/officeDocument/2006/relationships/image" Target="../media/image80.png"/><Relationship Id="rId98" Type="http://schemas.openxmlformats.org/officeDocument/2006/relationships/customXml" Target="../ink/ink48.xml"/><Relationship Id="rId121" Type="http://schemas.openxmlformats.org/officeDocument/2006/relationships/image" Target="../media/image94.png"/><Relationship Id="rId3" Type="http://schemas.openxmlformats.org/officeDocument/2006/relationships/image" Target="../media/image34.png"/><Relationship Id="rId25" Type="http://schemas.openxmlformats.org/officeDocument/2006/relationships/image" Target="../media/image46.png"/><Relationship Id="rId46" Type="http://schemas.openxmlformats.org/officeDocument/2006/relationships/customXml" Target="../ink/ink22.xml"/><Relationship Id="rId67" Type="http://schemas.openxmlformats.org/officeDocument/2006/relationships/image" Target="../media/image67.png"/><Relationship Id="rId116" Type="http://schemas.openxmlformats.org/officeDocument/2006/relationships/customXml" Target="../ink/ink57.xml"/><Relationship Id="rId137" Type="http://schemas.openxmlformats.org/officeDocument/2006/relationships/image" Target="../media/image102.png"/><Relationship Id="rId20" Type="http://schemas.openxmlformats.org/officeDocument/2006/relationships/customXml" Target="../ink/ink9.xml"/><Relationship Id="rId41" Type="http://schemas.openxmlformats.org/officeDocument/2006/relationships/image" Target="../media/image54.png"/><Relationship Id="rId62" Type="http://schemas.openxmlformats.org/officeDocument/2006/relationships/customXml" Target="../ink/ink30.xml"/><Relationship Id="rId83" Type="http://schemas.openxmlformats.org/officeDocument/2006/relationships/image" Target="../media/image75.png"/><Relationship Id="rId88" Type="http://schemas.openxmlformats.org/officeDocument/2006/relationships/customXml" Target="../ink/ink43.xml"/><Relationship Id="rId111" Type="http://schemas.openxmlformats.org/officeDocument/2006/relationships/image" Target="../media/image89.png"/><Relationship Id="rId132" Type="http://schemas.openxmlformats.org/officeDocument/2006/relationships/customXml" Target="../ink/ink65.xml"/><Relationship Id="rId15" Type="http://schemas.openxmlformats.org/officeDocument/2006/relationships/image" Target="../media/image41.png"/><Relationship Id="rId36" Type="http://schemas.openxmlformats.org/officeDocument/2006/relationships/customXml" Target="../ink/ink17.xml"/><Relationship Id="rId57" Type="http://schemas.openxmlformats.org/officeDocument/2006/relationships/image" Target="../media/image62.png"/><Relationship Id="rId106" Type="http://schemas.openxmlformats.org/officeDocument/2006/relationships/customXml" Target="../ink/ink52.xml"/><Relationship Id="rId127" Type="http://schemas.openxmlformats.org/officeDocument/2006/relationships/image" Target="../media/image97.png"/><Relationship Id="rId10" Type="http://schemas.openxmlformats.org/officeDocument/2006/relationships/customXml" Target="../ink/ink4.xml"/><Relationship Id="rId31" Type="http://schemas.openxmlformats.org/officeDocument/2006/relationships/image" Target="../media/image49.png"/><Relationship Id="rId52" Type="http://schemas.openxmlformats.org/officeDocument/2006/relationships/customXml" Target="../ink/ink25.xml"/><Relationship Id="rId73" Type="http://schemas.openxmlformats.org/officeDocument/2006/relationships/image" Target="../media/image70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83.png"/><Relationship Id="rId101" Type="http://schemas.openxmlformats.org/officeDocument/2006/relationships/image" Target="../media/image84.png"/><Relationship Id="rId122" Type="http://schemas.openxmlformats.org/officeDocument/2006/relationships/customXml" Target="../ink/ink60.xml"/><Relationship Id="rId4" Type="http://schemas.openxmlformats.org/officeDocument/2006/relationships/customXml" Target="../ink/ink1.xml"/><Relationship Id="rId9" Type="http://schemas.openxmlformats.org/officeDocument/2006/relationships/image" Target="../media/image38.png"/><Relationship Id="rId26" Type="http://schemas.openxmlformats.org/officeDocument/2006/relationships/customXml" Target="../ink/ink12.xml"/><Relationship Id="rId47" Type="http://schemas.openxmlformats.org/officeDocument/2006/relationships/image" Target="../media/image57.png"/><Relationship Id="rId68" Type="http://schemas.openxmlformats.org/officeDocument/2006/relationships/customXml" Target="../ink/ink33.xml"/><Relationship Id="rId89" Type="http://schemas.openxmlformats.org/officeDocument/2006/relationships/image" Target="../media/image78.png"/><Relationship Id="rId112" Type="http://schemas.openxmlformats.org/officeDocument/2006/relationships/customXml" Target="../ink/ink55.xml"/><Relationship Id="rId133" Type="http://schemas.openxmlformats.org/officeDocument/2006/relationships/image" Target="../media/image100.png"/><Relationship Id="rId16" Type="http://schemas.openxmlformats.org/officeDocument/2006/relationships/customXml" Target="../ink/ink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2.png"/><Relationship Id="rId5" Type="http://schemas.openxmlformats.org/officeDocument/2006/relationships/image" Target="../media/image108.png"/><Relationship Id="rId4" Type="http://schemas.openxmlformats.org/officeDocument/2006/relationships/image" Target="../media/image1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20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7.png"/><Relationship Id="rId11" Type="http://schemas.openxmlformats.org/officeDocument/2006/relationships/image" Target="../media/image113.png"/><Relationship Id="rId5" Type="http://schemas.openxmlformats.org/officeDocument/2006/relationships/image" Target="../media/image116.png"/><Relationship Id="rId10" Type="http://schemas.openxmlformats.org/officeDocument/2006/relationships/image" Target="../media/image119.png"/><Relationship Id="rId4" Type="http://schemas.openxmlformats.org/officeDocument/2006/relationships/image" Target="../media/image115.png"/><Relationship Id="rId9" Type="http://schemas.openxmlformats.org/officeDocument/2006/relationships/image" Target="../media/image112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24.png"/><Relationship Id="rId26" Type="http://schemas.openxmlformats.org/officeDocument/2006/relationships/image" Target="../media/image128.png"/><Relationship Id="rId3" Type="http://schemas.openxmlformats.org/officeDocument/2006/relationships/image" Target="../media/image114.png"/><Relationship Id="rId21" Type="http://schemas.openxmlformats.org/officeDocument/2006/relationships/customXml" Target="../ink/ink72.xml"/><Relationship Id="rId34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09.png"/><Relationship Id="rId17" Type="http://schemas.openxmlformats.org/officeDocument/2006/relationships/customXml" Target="../ink/ink70.xml"/><Relationship Id="rId25" Type="http://schemas.openxmlformats.org/officeDocument/2006/relationships/customXml" Target="../ink/ink74.xml"/><Relationship Id="rId33" Type="http://schemas.openxmlformats.org/officeDocument/2006/relationships/customXml" Target="../ink/ink78.xml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08.png"/><Relationship Id="rId20" Type="http://schemas.openxmlformats.org/officeDocument/2006/relationships/image" Target="../media/image125.png"/><Relationship Id="rId29" Type="http://schemas.openxmlformats.org/officeDocument/2006/relationships/customXml" Target="../ink/ink7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7.png"/><Relationship Id="rId11" Type="http://schemas.openxmlformats.org/officeDocument/2006/relationships/image" Target="../media/image113.png"/><Relationship Id="rId24" Type="http://schemas.openxmlformats.org/officeDocument/2006/relationships/image" Target="../media/image127.png"/><Relationship Id="rId32" Type="http://schemas.openxmlformats.org/officeDocument/2006/relationships/image" Target="../media/image131.png"/><Relationship Id="rId5" Type="http://schemas.openxmlformats.org/officeDocument/2006/relationships/image" Target="../media/image116.png"/><Relationship Id="rId15" Type="http://schemas.openxmlformats.org/officeDocument/2006/relationships/image" Target="../media/image123.png"/><Relationship Id="rId23" Type="http://schemas.openxmlformats.org/officeDocument/2006/relationships/customXml" Target="../ink/ink73.xml"/><Relationship Id="rId28" Type="http://schemas.openxmlformats.org/officeDocument/2006/relationships/image" Target="../media/image129.png"/><Relationship Id="rId36" Type="http://schemas.openxmlformats.org/officeDocument/2006/relationships/image" Target="../media/image133.png"/><Relationship Id="rId10" Type="http://schemas.openxmlformats.org/officeDocument/2006/relationships/image" Target="../media/image119.png"/><Relationship Id="rId19" Type="http://schemas.openxmlformats.org/officeDocument/2006/relationships/customXml" Target="../ink/ink71.xml"/><Relationship Id="rId31" Type="http://schemas.openxmlformats.org/officeDocument/2006/relationships/customXml" Target="../ink/ink77.xml"/><Relationship Id="rId4" Type="http://schemas.openxmlformats.org/officeDocument/2006/relationships/image" Target="../media/image115.png"/><Relationship Id="rId9" Type="http://schemas.openxmlformats.org/officeDocument/2006/relationships/image" Target="../media/image112.png"/><Relationship Id="rId14" Type="http://schemas.openxmlformats.org/officeDocument/2006/relationships/image" Target="../media/image122.png"/><Relationship Id="rId22" Type="http://schemas.openxmlformats.org/officeDocument/2006/relationships/image" Target="../media/image126.png"/><Relationship Id="rId27" Type="http://schemas.openxmlformats.org/officeDocument/2006/relationships/customXml" Target="../ink/ink75.xml"/><Relationship Id="rId30" Type="http://schemas.openxmlformats.org/officeDocument/2006/relationships/image" Target="../media/image130.png"/><Relationship Id="rId35" Type="http://schemas.openxmlformats.org/officeDocument/2006/relationships/customXml" Target="../ink/ink79.xml"/><Relationship Id="rId8" Type="http://schemas.openxmlformats.org/officeDocument/2006/relationships/image" Target="../media/image12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20.png"/><Relationship Id="rId3" Type="http://schemas.openxmlformats.org/officeDocument/2006/relationships/image" Target="../media/image114.png"/><Relationship Id="rId7" Type="http://schemas.openxmlformats.org/officeDocument/2006/relationships/image" Target="../media/image108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png"/><Relationship Id="rId11" Type="http://schemas.openxmlformats.org/officeDocument/2006/relationships/image" Target="../media/image113.png"/><Relationship Id="rId5" Type="http://schemas.openxmlformats.org/officeDocument/2006/relationships/image" Target="../media/image116.png"/><Relationship Id="rId10" Type="http://schemas.openxmlformats.org/officeDocument/2006/relationships/image" Target="../media/image119.png"/><Relationship Id="rId4" Type="http://schemas.openxmlformats.org/officeDocument/2006/relationships/image" Target="../media/image115.png"/><Relationship Id="rId9" Type="http://schemas.openxmlformats.org/officeDocument/2006/relationships/image" Target="../media/image118.png"/><Relationship Id="rId14" Type="http://schemas.openxmlformats.org/officeDocument/2006/relationships/image" Target="../media/image13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4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6.png"/><Relationship Id="rId5" Type="http://schemas.openxmlformats.org/officeDocument/2006/relationships/image" Target="../media/image116.png"/><Relationship Id="rId10" Type="http://schemas.openxmlformats.org/officeDocument/2006/relationships/image" Target="../media/image135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Antonio Zarauz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Vilcamiza</a:t>
            </a: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71900" y="174125"/>
            <a:ext cx="8222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Redes Recurrentes</a:t>
            </a:r>
            <a:endParaRPr sz="2818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Recurrent Neural Network (RNN)</a:t>
            </a:r>
            <a:endParaRPr sz="2208"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471900" y="1986025"/>
            <a:ext cx="33588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Introducción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Neurona recurrente básica. Unfolding de una RNN.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Implementación en pytorch (práctica 1)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Back propagation through time (BPTT) (básico)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070850" y="1928300"/>
            <a:ext cx="41001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Implementación (práctica - predecir serie temporal – práctica 2) 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Arquitectura enconder-decoder (seq to seq)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Mecanismos de atención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c03c1d1e6_1_8"/>
          <p:cNvSpPr txBox="1"/>
          <p:nvPr/>
        </p:nvSpPr>
        <p:spPr>
          <a:xfrm>
            <a:off x="251252" y="1021834"/>
            <a:ext cx="8641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Red neuronal </a:t>
            </a:r>
            <a:r>
              <a:rPr lang="en" sz="2100" b="1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favorita</a:t>
            </a: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 para el trabajo secuencias ( datos que en cuya naturaleza exista un </a:t>
            </a:r>
            <a:r>
              <a:rPr lang="en" sz="2100" b="1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comportamiento secuencial</a:t>
            </a: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):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señales temporales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series temporales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texto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habla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música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etc</a:t>
            </a: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g21c03c1d1e6_1_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c03c1d1e6_1_19"/>
          <p:cNvSpPr txBox="1"/>
          <p:nvPr/>
        </p:nvSpPr>
        <p:spPr>
          <a:xfrm>
            <a:off x="215950" y="795184"/>
            <a:ext cx="817785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cada paso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se repiten los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mismos cálculos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empleando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paso actual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pasado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6" name="Google Shape;96;g21c03c1d1e6_1_19"/>
          <p:cNvSpPr/>
          <p:nvPr/>
        </p:nvSpPr>
        <p:spPr>
          <a:xfrm>
            <a:off x="215950" y="1670194"/>
            <a:ext cx="8364828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 pasos, no son necesariamente en unidad tiempo!!</a:t>
            </a:r>
            <a:endParaRPr sz="1100"/>
          </a:p>
        </p:txBody>
      </p:sp>
      <p:graphicFrame>
        <p:nvGraphicFramePr>
          <p:cNvPr id="97" name="Google Shape;97;g21c03c1d1e6_1_19"/>
          <p:cNvGraphicFramePr/>
          <p:nvPr/>
        </p:nvGraphicFramePr>
        <p:xfrm>
          <a:off x="329633" y="2887190"/>
          <a:ext cx="54368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6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</a:t>
                      </a:r>
                      <a:r>
                        <a:rPr lang="en" sz="1800" u="none" strike="noStrike" cap="none"/>
                        <a:t>τ</a:t>
                      </a:r>
                      <a:r>
                        <a:rPr lang="en" sz="1400" u="none" strike="noStrike" cap="none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" name="Google Shape;98;g21c03c1d1e6_1_19"/>
          <p:cNvSpPr txBox="1"/>
          <p:nvPr/>
        </p:nvSpPr>
        <p:spPr>
          <a:xfrm>
            <a:off x="215950" y="2517457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Temperatura f(t):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99" name="Google Shape;99;g21c03c1d1e6_1_19"/>
          <p:cNvSpPr txBox="1"/>
          <p:nvPr/>
        </p:nvSpPr>
        <p:spPr>
          <a:xfrm>
            <a:off x="215950" y="3672225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Mensaje: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100" name="Google Shape;100;g21c03c1d1e6_1_19"/>
          <p:cNvGraphicFramePr/>
          <p:nvPr/>
        </p:nvGraphicFramePr>
        <p:xfrm>
          <a:off x="283564" y="4041958"/>
          <a:ext cx="5988975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4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Este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es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un 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mensaje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para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la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red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neuronal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1" name="Google Shape;101;g21c03c1d1e6_1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378" y="2062609"/>
            <a:ext cx="1935225" cy="2753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1c03c1d1e6_1_19"/>
          <p:cNvSpPr/>
          <p:nvPr/>
        </p:nvSpPr>
        <p:spPr>
          <a:xfrm>
            <a:off x="7142475" y="4866501"/>
            <a:ext cx="10890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wikipedia</a:t>
            </a:r>
            <a:endParaRPr sz="1400" b="1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" name="Google Shape;103;g21c03c1d1e6_1_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c03c1d1e6_1_3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09" name="Google Shape;109;g21c03c1d1e6_1_31"/>
          <p:cNvPicPr preferRelativeResize="0"/>
          <p:nvPr/>
        </p:nvPicPr>
        <p:blipFill rotWithShape="1">
          <a:blip r:embed="rId3">
            <a:alphaModFix/>
          </a:blip>
          <a:srcRect t="37445" r="78933" b="-1"/>
          <a:stretch/>
        </p:blipFill>
        <p:spPr>
          <a:xfrm>
            <a:off x="363830" y="2196548"/>
            <a:ext cx="1287886" cy="265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1c03c1d1e6_1_31"/>
          <p:cNvPicPr preferRelativeResize="0"/>
          <p:nvPr/>
        </p:nvPicPr>
        <p:blipFill rotWithShape="1">
          <a:blip r:embed="rId4">
            <a:alphaModFix/>
          </a:blip>
          <a:srcRect t="-1" b="28857"/>
          <a:stretch/>
        </p:blipFill>
        <p:spPr>
          <a:xfrm>
            <a:off x="3879646" y="2729071"/>
            <a:ext cx="5058950" cy="1616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1c03c1d1e6_1_31"/>
          <p:cNvSpPr txBox="1"/>
          <p:nvPr/>
        </p:nvSpPr>
        <p:spPr>
          <a:xfrm>
            <a:off x="3879646" y="2275157"/>
            <a:ext cx="3918168" cy="39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Ecuaciones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2" name="Google Shape;112;g21c03c1d1e6_1_31"/>
          <p:cNvSpPr/>
          <p:nvPr/>
        </p:nvSpPr>
        <p:spPr>
          <a:xfrm>
            <a:off x="205404" y="3210338"/>
            <a:ext cx="1573700" cy="17194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g21c03c1d1e6_1_31"/>
          <p:cNvSpPr/>
          <p:nvPr/>
        </p:nvSpPr>
        <p:spPr>
          <a:xfrm>
            <a:off x="3966407" y="2873828"/>
            <a:ext cx="4813763" cy="100656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g21c03c1d1e6_1_3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c03c1d1e6_1_4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20" name="Google Shape;120;g21c03c1d1e6_1_41"/>
          <p:cNvPicPr preferRelativeResize="0"/>
          <p:nvPr/>
        </p:nvPicPr>
        <p:blipFill rotWithShape="1">
          <a:blip r:embed="rId3">
            <a:alphaModFix/>
          </a:blip>
          <a:srcRect t="38451"/>
          <a:stretch/>
        </p:blipFill>
        <p:spPr>
          <a:xfrm>
            <a:off x="0" y="2255028"/>
            <a:ext cx="6288110" cy="26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1c03c1d1e6_1_41"/>
          <p:cNvPicPr preferRelativeResize="0"/>
          <p:nvPr/>
        </p:nvPicPr>
        <p:blipFill rotWithShape="1">
          <a:blip r:embed="rId4">
            <a:alphaModFix/>
          </a:blip>
          <a:srcRect b="28849"/>
          <a:stretch/>
        </p:blipFill>
        <p:spPr>
          <a:xfrm>
            <a:off x="5403593" y="850882"/>
            <a:ext cx="3635403" cy="116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1c03c1d1e6_1_41"/>
          <p:cNvSpPr/>
          <p:nvPr/>
        </p:nvSpPr>
        <p:spPr>
          <a:xfrm>
            <a:off x="6783412" y="3312704"/>
            <a:ext cx="1394366" cy="103874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</a:t>
            </a: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" sz="2100" b="1" i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son los mismos!!</a:t>
            </a:r>
            <a:endParaRPr sz="1100"/>
          </a:p>
        </p:txBody>
      </p:sp>
      <p:sp>
        <p:nvSpPr>
          <p:cNvPr id="123" name="Google Shape;123;g21c03c1d1e6_1_41"/>
          <p:cNvSpPr/>
          <p:nvPr/>
        </p:nvSpPr>
        <p:spPr>
          <a:xfrm>
            <a:off x="6419411" y="4593806"/>
            <a:ext cx="229894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Parameters sharing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4" name="Google Shape;124;g21c03c1d1e6_1_4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c03c1d1e6_1_4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30" name="Google Shape;130;g21c03c1d1e6_1_49"/>
          <p:cNvPicPr preferRelativeResize="0"/>
          <p:nvPr/>
        </p:nvPicPr>
        <p:blipFill rotWithShape="1">
          <a:blip r:embed="rId3">
            <a:alphaModFix/>
          </a:blip>
          <a:srcRect t="49743"/>
          <a:stretch/>
        </p:blipFill>
        <p:spPr>
          <a:xfrm>
            <a:off x="39575" y="1702200"/>
            <a:ext cx="9064849" cy="317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1c03c1d1e6_1_49"/>
          <p:cNvPicPr preferRelativeResize="0"/>
          <p:nvPr/>
        </p:nvPicPr>
        <p:blipFill rotWithShape="1">
          <a:blip r:embed="rId3">
            <a:alphaModFix/>
          </a:blip>
          <a:srcRect t="34136" r="19328" b="52929"/>
          <a:stretch/>
        </p:blipFill>
        <p:spPr>
          <a:xfrm>
            <a:off x="178625" y="776875"/>
            <a:ext cx="8271614" cy="925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1c03c1d1e6_1_4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  <p:pic>
        <p:nvPicPr>
          <p:cNvPr id="133" name="Google Shape;133;g21c03c1d1e6_1_49"/>
          <p:cNvPicPr preferRelativeResize="0"/>
          <p:nvPr/>
        </p:nvPicPr>
        <p:blipFill rotWithShape="1">
          <a:blip r:embed="rId3">
            <a:alphaModFix/>
          </a:blip>
          <a:srcRect l="10260" r="75323" b="69085"/>
          <a:stretch/>
        </p:blipFill>
        <p:spPr>
          <a:xfrm>
            <a:off x="8036725" y="3381050"/>
            <a:ext cx="1067699" cy="159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1c03c1d1e6_1_49"/>
          <p:cNvPicPr preferRelativeResize="0"/>
          <p:nvPr/>
        </p:nvPicPr>
        <p:blipFill rotWithShape="1">
          <a:blip r:embed="rId3">
            <a:alphaModFix/>
          </a:blip>
          <a:srcRect l="38363" t="9125" r="20692" b="72913"/>
          <a:stretch/>
        </p:blipFill>
        <p:spPr>
          <a:xfrm>
            <a:off x="5084660" y="4053275"/>
            <a:ext cx="3023139" cy="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c03c1d1e6_1_54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Pytorch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g21c03c1d1e6_1_54"/>
          <p:cNvSpPr/>
          <p:nvPr/>
        </p:nvSpPr>
        <p:spPr>
          <a:xfrm>
            <a:off x="492617" y="4216893"/>
            <a:ext cx="7449904" cy="807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torch.nn.RNN(</a:t>
            </a: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input_size, hidden_size, num_layers=1, nonlinearity=‘tanh’, …</a:t>
            </a:r>
            <a:b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bias=True, batch_first=False, dropout=0, bidirectional=False</a:t>
            </a:r>
            <a:r>
              <a:rPr lang="en" sz="15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33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141" name="Google Shape;141;g21c03c1d1e6_1_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" y="1171575"/>
            <a:ext cx="88011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1c03c1d1e6_1_5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c03c1d1e6_1_145"/>
          <p:cNvSpPr txBox="1"/>
          <p:nvPr/>
        </p:nvSpPr>
        <p:spPr>
          <a:xfrm>
            <a:off x="2044342" y="774713"/>
            <a:ext cx="4813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latin typeface="Twentieth Century"/>
                <a:ea typeface="Twentieth Century"/>
                <a:cs typeface="Twentieth Century"/>
                <a:sym typeface="Twentieth Century"/>
              </a:rPr>
              <a:t>Bi-directional </a:t>
            </a:r>
            <a:endParaRPr sz="2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g21c03c1d1e6_1_145"/>
          <p:cNvSpPr txBox="1"/>
          <p:nvPr/>
        </p:nvSpPr>
        <p:spPr>
          <a:xfrm>
            <a:off x="1173245" y="4210024"/>
            <a:ext cx="655566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Para la traducción, suele ser útil tener la frase entera.</a:t>
            </a:r>
            <a:endParaRPr sz="1100"/>
          </a:p>
        </p:txBody>
      </p:sp>
      <p:pic>
        <p:nvPicPr>
          <p:cNvPr id="253" name="Google Shape;253;g21c03c1d1e6_1_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911" y="1555124"/>
            <a:ext cx="6868339" cy="24272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1c03c1d1e6_1_1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Birideccionalidad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03c1d1e6_1_60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48" name="Google Shape;148;g21c03c1d1e6_1_60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9" name="Google Shape;149;g21c03c1d1e6_1_60"/>
          <p:cNvSpPr txBox="1"/>
          <p:nvPr/>
        </p:nvSpPr>
        <p:spPr>
          <a:xfrm>
            <a:off x="2608285" y="4696716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g21c03c1d1e6_1_60"/>
          <p:cNvSpPr txBox="1"/>
          <p:nvPr/>
        </p:nvSpPr>
        <p:spPr>
          <a:xfrm>
            <a:off x="5102092" y="4578347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g21c03c1d1e6_1_60"/>
          <p:cNvSpPr txBox="1"/>
          <p:nvPr/>
        </p:nvSpPr>
        <p:spPr>
          <a:xfrm>
            <a:off x="7243032" y="4695142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2" name="Google Shape;152;g21c03c1d1e6_1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1c03c1d1e6_1_60"/>
          <p:cNvSpPr/>
          <p:nvPr/>
        </p:nvSpPr>
        <p:spPr>
          <a:xfrm>
            <a:off x="2021003" y="740776"/>
            <a:ext cx="7624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Pytorch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4" name="Google Shape;154;g21c03c1d1e6_1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1c03c1d1e6_1_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2204006" y="2180339"/>
            <a:ext cx="2344483" cy="2185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1c03c1d1e6_1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4596185" y="2369524"/>
            <a:ext cx="2344481" cy="180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21c03c1d1e6_1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6260084" y="1735063"/>
            <a:ext cx="3315094" cy="2105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1c03c1d1e6_1_60"/>
          <p:cNvSpPr txBox="1"/>
          <p:nvPr/>
        </p:nvSpPr>
        <p:spPr>
          <a:xfrm>
            <a:off x="4047019" y="615104"/>
            <a:ext cx="3679985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RNN_teoria.ipynb</a:t>
            </a:r>
            <a:endParaRPr sz="18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g21c03c1d1e6_1_6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c03c1d1e6_1_75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graphicFrame>
        <p:nvGraphicFramePr>
          <p:cNvPr id="165" name="Google Shape;165;g21c03c1d1e6_1_75"/>
          <p:cNvGraphicFramePr/>
          <p:nvPr/>
        </p:nvGraphicFramePr>
        <p:xfrm>
          <a:off x="2306392" y="2494541"/>
          <a:ext cx="4879975" cy="197372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6" name="Google Shape;166;g21c03c1d1e6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1c03c1d1e6_1_75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/>
          </a:p>
        </p:txBody>
      </p:sp>
      <p:pic>
        <p:nvPicPr>
          <p:cNvPr id="168" name="Google Shape;168;g21c03c1d1e6_1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1c03c1d1e6_1_7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1c03c1d1e6_1_83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75" name="Google Shape;175;g21c03c1d1e6_1_83"/>
          <p:cNvSpPr txBox="1"/>
          <p:nvPr/>
        </p:nvSpPr>
        <p:spPr>
          <a:xfrm>
            <a:off x="271263" y="467739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6" name="Google Shape;176;g21c03c1d1e6_1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g21c03c1d1e6_1_83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8" name="Google Shape;178;g21c03c1d1e6_1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95524" y="2346788"/>
            <a:ext cx="2232177" cy="208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1c03c1d1e6_1_8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c03c1d1e6_1_9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85" name="Google Shape;185;g21c03c1d1e6_1_91"/>
          <p:cNvSpPr txBox="1"/>
          <p:nvPr/>
        </p:nvSpPr>
        <p:spPr>
          <a:xfrm>
            <a:off x="411871" y="446432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6" name="Google Shape;186;g21c03c1d1e6_1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1c03c1d1e6_1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4550" y="2292250"/>
            <a:ext cx="2344481" cy="18070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21c03c1d1e6_1_91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g21c03c1d1e6_1_9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1c03c1d1e6_1_9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95" name="Google Shape;195;g21c03c1d1e6_1_99"/>
          <p:cNvSpPr txBox="1"/>
          <p:nvPr/>
        </p:nvSpPr>
        <p:spPr>
          <a:xfrm>
            <a:off x="355735" y="4704783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96" name="Google Shape;196;g21c03c1d1e6_1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1616" y="783164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21c03c1d1e6_1_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516892" y="1941307"/>
            <a:ext cx="3315094" cy="2105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g21c03c1d1e6_1_99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" name="Google Shape;199;g21c03c1d1e6_1_9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21c03c1d1e6_1_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-630182" y="1949050"/>
            <a:ext cx="3952298" cy="2247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1c03c1d1e6_1_10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206" name="Google Shape;206;g21c03c1d1e6_1_107"/>
          <p:cNvSpPr txBox="1"/>
          <p:nvPr/>
        </p:nvSpPr>
        <p:spPr>
          <a:xfrm>
            <a:off x="0" y="4651515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Ejercicio 1 (ver datos en colab)</a:t>
            </a:r>
            <a:endParaRPr sz="1100"/>
          </a:p>
        </p:txBody>
      </p:sp>
      <p:pic>
        <p:nvPicPr>
          <p:cNvPr id="207" name="Google Shape;207;g21c03c1d1e6_1_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43" y="668527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g21c03c1d1e6_1_107"/>
          <p:cNvGraphicFramePr/>
          <p:nvPr/>
        </p:nvGraphicFramePr>
        <p:xfrm>
          <a:off x="4041734" y="687860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9" name="Google Shape;209;g21c03c1d1e6_1_107"/>
          <p:cNvGraphicFramePr/>
          <p:nvPr/>
        </p:nvGraphicFramePr>
        <p:xfrm>
          <a:off x="4041735" y="2169199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" name="Google Shape;210;g21c03c1d1e6_1_107"/>
          <p:cNvGraphicFramePr/>
          <p:nvPr/>
        </p:nvGraphicFramePr>
        <p:xfrm>
          <a:off x="4041736" y="3639182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g21c03c1d1e6_1_107"/>
          <p:cNvSpPr txBox="1"/>
          <p:nvPr/>
        </p:nvSpPr>
        <p:spPr>
          <a:xfrm>
            <a:off x="3008065" y="1293803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A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2" name="Google Shape;212;g21c03c1d1e6_1_107"/>
          <p:cNvSpPr txBox="1"/>
          <p:nvPr/>
        </p:nvSpPr>
        <p:spPr>
          <a:xfrm>
            <a:off x="3008065" y="285665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B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3" name="Google Shape;213;g21c03c1d1e6_1_107"/>
          <p:cNvSpPr txBox="1"/>
          <p:nvPr/>
        </p:nvSpPr>
        <p:spPr>
          <a:xfrm>
            <a:off x="3008065" y="423316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C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4" name="Google Shape;214;g21c03c1d1e6_1_107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c03c1d1e6_1_120"/>
          <p:cNvSpPr txBox="1"/>
          <p:nvPr/>
        </p:nvSpPr>
        <p:spPr>
          <a:xfrm>
            <a:off x="4197697" y="2488808"/>
            <a:ext cx="4315136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pensar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</a:t>
            </a:r>
            <a:endParaRPr sz="1100"/>
          </a:p>
        </p:txBody>
      </p:sp>
      <p:pic>
        <p:nvPicPr>
          <p:cNvPr id="220" name="Google Shape;220;g21c03c1d1e6_1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101" y="790275"/>
            <a:ext cx="2699926" cy="4274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1c03c1d1e6_1_120"/>
          <p:cNvSpPr/>
          <p:nvPr/>
        </p:nvSpPr>
        <p:spPr>
          <a:xfrm>
            <a:off x="3727108" y="4712811"/>
            <a:ext cx="20488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“El pensador” de Rodin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g21c03c1d1e6_1_12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28" name="Google Shape;228;g21c03c1d1e6_1_126"/>
          <p:cNvSpPr txBox="1"/>
          <p:nvPr/>
        </p:nvSpPr>
        <p:spPr>
          <a:xfrm>
            <a:off x="6562579" y="3890445"/>
            <a:ext cx="2317652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desarrollo teórico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29" name="Google Shape;229;g21c03c1d1e6_1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596" y="730106"/>
            <a:ext cx="8736806" cy="1250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1c03c1d1e6_1_126" descr="Imagen de la pantalla de un video juego&#10;&#10;Descripción generada automáticamente con confianza baja"/>
          <p:cNvPicPr preferRelativeResize="0"/>
          <p:nvPr/>
        </p:nvPicPr>
        <p:blipFill rotWithShape="1">
          <a:blip r:embed="rId4">
            <a:alphaModFix/>
          </a:blip>
          <a:srcRect t="53333" b="9993"/>
          <a:stretch/>
        </p:blipFill>
        <p:spPr>
          <a:xfrm>
            <a:off x="456087" y="2173705"/>
            <a:ext cx="5589503" cy="27287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1DAAD6-642B-8E32-7DA6-4C42DEB7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67" y="743184"/>
            <a:ext cx="6820387" cy="418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2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03D3F5-78BB-F2CD-C53D-8B1DBEE3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1183753"/>
            <a:ext cx="3003975" cy="11272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0F3932-C008-1E37-1FF6-D1612E56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984" y="1159608"/>
            <a:ext cx="4638403" cy="23028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86223D-3C92-320C-FDA4-2986A3EC8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16" y="3557727"/>
            <a:ext cx="7127167" cy="13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6C8A2-6E4B-CC35-FBCA-FE785C2A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85652"/>
            <a:ext cx="4733925" cy="4857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CEA9F8-4C91-6372-E31C-322AD64E5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81" y="885652"/>
            <a:ext cx="4377049" cy="2134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1E6A7D-9012-4072-5AB5-CCB5A5C9F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85" y="3102531"/>
            <a:ext cx="7194129" cy="191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6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E56B2D-1A7E-B595-8FDB-6BA83641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44856"/>
            <a:ext cx="3343275" cy="457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87B3A4-251A-0315-F9EE-DAD61ADC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641" y="954899"/>
            <a:ext cx="4611769" cy="21766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ECE62E-087E-6FA4-B8E1-ECB992A6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29" y="3131545"/>
            <a:ext cx="7135774" cy="18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02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c03c1d1e6_1_133"/>
          <p:cNvSpPr txBox="1"/>
          <p:nvPr/>
        </p:nvSpPr>
        <p:spPr>
          <a:xfrm>
            <a:off x="186760" y="950300"/>
            <a:ext cx="8770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Problemas de la RNN básica con el BPTT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237" name="Google Shape;237;g21c03c1d1e6_1_133"/>
          <p:cNvSpPr/>
          <p:nvPr/>
        </p:nvSpPr>
        <p:spPr>
          <a:xfrm>
            <a:off x="289774" y="1906300"/>
            <a:ext cx="8306873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Vanishing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pérdida de aportes de long-term states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próximos a cero)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8" name="Google Shape;238;g21c03c1d1e6_1_133"/>
          <p:cNvSpPr/>
          <p:nvPr/>
        </p:nvSpPr>
        <p:spPr>
          <a:xfrm>
            <a:off x="-95517" y="3128793"/>
            <a:ext cx="8914326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Exploding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soluciona con clipping gradient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mayores a 1)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9" name="Google Shape;239;g21c03c1d1e6_1_133"/>
          <p:cNvSpPr/>
          <p:nvPr/>
        </p:nvSpPr>
        <p:spPr>
          <a:xfrm>
            <a:off x="150253" y="4351310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/>
          </a:p>
        </p:txBody>
      </p:sp>
      <p:sp>
        <p:nvSpPr>
          <p:cNvPr id="240" name="Google Shape;240;g21c03c1d1e6_1_13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5BFCBEE-6674-5364-871A-B54E1694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59943719-B7F0-CEF9-97F4-CC2E49510DF5}"/>
              </a:ext>
            </a:extLst>
          </p:cNvPr>
          <p:cNvSpPr/>
          <p:nvPr/>
        </p:nvSpPr>
        <p:spPr>
          <a:xfrm>
            <a:off x="10650" y="847946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BABCE10-BCB8-343F-0B95-7530854B2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FBCD3-7FFB-B68B-0977-0638AF76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9" y="1587791"/>
            <a:ext cx="5805890" cy="2902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751A2-BC9E-0E52-827C-A35BA93EDF5F}"/>
              </a:ext>
            </a:extLst>
          </p:cNvPr>
          <p:cNvSpPr txBox="1"/>
          <p:nvPr/>
        </p:nvSpPr>
        <p:spPr>
          <a:xfrm>
            <a:off x="2748709" y="3790151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Input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34DE2-F282-0BE7-B8DD-4BF48C91805E}"/>
              </a:ext>
            </a:extLst>
          </p:cNvPr>
          <p:cNvSpPr txBox="1"/>
          <p:nvPr/>
        </p:nvSpPr>
        <p:spPr>
          <a:xfrm>
            <a:off x="1900410" y="2049485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forget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A93BA-BBF1-200A-33A5-9EDC6860B6B2}"/>
              </a:ext>
            </a:extLst>
          </p:cNvPr>
          <p:cNvSpPr txBox="1"/>
          <p:nvPr/>
        </p:nvSpPr>
        <p:spPr>
          <a:xfrm>
            <a:off x="4092769" y="4076242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output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894D3-9313-884A-867C-991982DDDFD3}"/>
              </a:ext>
            </a:extLst>
          </p:cNvPr>
          <p:cNvSpPr/>
          <p:nvPr/>
        </p:nvSpPr>
        <p:spPr>
          <a:xfrm>
            <a:off x="98250" y="4661047"/>
            <a:ext cx="666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https://blog.floydhub.com/long-short-term-memory-from-zero-to-hero-with-pytorch/</a:t>
            </a:r>
          </a:p>
        </p:txBody>
      </p:sp>
    </p:spTree>
    <p:extLst>
      <p:ext uri="{BB962C8B-B14F-4D97-AF65-F5344CB8AC3E}">
        <p14:creationId xmlns:p14="http://schemas.microsoft.com/office/powerpoint/2010/main" val="3064181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748909B-8DF3-148F-A399-0EE47300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CD5B1-74EF-2478-979A-41633BC357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09" t="12548" r="18573" b="8029"/>
          <a:stretch/>
        </p:blipFill>
        <p:spPr>
          <a:xfrm>
            <a:off x="466323" y="1180091"/>
            <a:ext cx="5053127" cy="3591982"/>
          </a:xfrm>
          <a:prstGeom prst="rect">
            <a:avLst/>
          </a:prstGeom>
        </p:spPr>
      </p:pic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95CA89FD-2F4A-8478-5E4E-1D05F7CF1665}"/>
              </a:ext>
            </a:extLst>
          </p:cNvPr>
          <p:cNvSpPr/>
          <p:nvPr/>
        </p:nvSpPr>
        <p:spPr>
          <a:xfrm>
            <a:off x="54450" y="727107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CBDDE66-D116-26DF-3BDF-09DC57CD7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FD0A2-88F0-4AE4-7F1B-9F16BBC3122C}"/>
              </a:ext>
            </a:extLst>
          </p:cNvPr>
          <p:cNvSpPr txBox="1"/>
          <p:nvPr/>
        </p:nvSpPr>
        <p:spPr>
          <a:xfrm>
            <a:off x="2126255" y="2145984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reset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E8ACB-9FB5-EF51-BBFD-4D43E4723E28}"/>
              </a:ext>
            </a:extLst>
          </p:cNvPr>
          <p:cNvSpPr txBox="1"/>
          <p:nvPr/>
        </p:nvSpPr>
        <p:spPr>
          <a:xfrm>
            <a:off x="974993" y="1478857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update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3B887-C749-C288-7354-0A08D04B3CA0}"/>
              </a:ext>
            </a:extLst>
          </p:cNvPr>
          <p:cNvSpPr/>
          <p:nvPr/>
        </p:nvSpPr>
        <p:spPr>
          <a:xfrm>
            <a:off x="252146" y="4733631"/>
            <a:ext cx="6159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https://towardsdatascience.com/understanding-gru-networks-2ef37df6c9be</a:t>
            </a:r>
          </a:p>
        </p:txBody>
      </p:sp>
    </p:spTree>
    <p:extLst>
      <p:ext uri="{BB962C8B-B14F-4D97-AF65-F5344CB8AC3E}">
        <p14:creationId xmlns:p14="http://schemas.microsoft.com/office/powerpoint/2010/main" val="238751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/>
          <p:cNvGraphicFramePr/>
          <p:nvPr/>
        </p:nvGraphicFramePr>
        <p:xfrm>
          <a:off x="714776" y="1185909"/>
          <a:ext cx="73890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X(t=7)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</a:t>
                      </a:r>
                      <a:r>
                        <a:rPr lang="en" sz="1800"/>
                        <a:t>τ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g21c03c1d1e6_1_187"/>
          <p:cNvSpPr txBox="1"/>
          <p:nvPr/>
        </p:nvSpPr>
        <p:spPr>
          <a:xfrm>
            <a:off x="2868923" y="4658677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RNN_signal_TP.ipynb</a:t>
            </a:r>
            <a:endParaRPr sz="18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3" name="Google Shape;303;g21c03c1d1e6_1_1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981" y="1890670"/>
            <a:ext cx="352186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1c03c1d1e6_1_1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885939"/>
            <a:ext cx="3870101" cy="271935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1c03c1d1e6_1_1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de modelos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21c03c1d1e6_1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21c03c1d1e6_1_14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1c03c1d1e6_1_151"/>
          <p:cNvSpPr/>
          <p:nvPr/>
        </p:nvSpPr>
        <p:spPr>
          <a:xfrm>
            <a:off x="222159" y="4901126"/>
            <a:ext cx="79881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https://towardsdatascience.com/what-is-an-encoder-decoder-model-86b3d57c5e1a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60" name="Google Shape;260;g21c03c1d1e6_1_151"/>
          <p:cNvPicPr preferRelativeResize="0"/>
          <p:nvPr/>
        </p:nvPicPr>
        <p:blipFill rotWithShape="1">
          <a:blip r:embed="rId3">
            <a:alphaModFix/>
          </a:blip>
          <a:srcRect t="16398" b="28055"/>
          <a:stretch/>
        </p:blipFill>
        <p:spPr>
          <a:xfrm>
            <a:off x="902929" y="1070598"/>
            <a:ext cx="7307351" cy="21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1c03c1d1e6_1_151"/>
          <p:cNvSpPr/>
          <p:nvPr/>
        </p:nvSpPr>
        <p:spPr>
          <a:xfrm>
            <a:off x="3860355" y="3216049"/>
            <a:ext cx="4868303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RNN de distinto tamaño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Hidden state que “resume” toda la información de la input.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Flexibilidad máxima para inputs/outputs de distinta longitud</a:t>
            </a:r>
            <a:endParaRPr sz="1100"/>
          </a:p>
        </p:txBody>
      </p:sp>
      <p:pic>
        <p:nvPicPr>
          <p:cNvPr id="262" name="Google Shape;262;g21c03c1d1e6_1_151"/>
          <p:cNvPicPr preferRelativeResize="0"/>
          <p:nvPr/>
        </p:nvPicPr>
        <p:blipFill rotWithShape="1">
          <a:blip r:embed="rId4">
            <a:alphaModFix/>
          </a:blip>
          <a:srcRect l="3577" t="7243" r="3320" b="11375"/>
          <a:stretch/>
        </p:blipFill>
        <p:spPr>
          <a:xfrm>
            <a:off x="222160" y="3351542"/>
            <a:ext cx="2946044" cy="1552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1c03c1d1e6_1_1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21c03c1d1e6_1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160" y="1724126"/>
            <a:ext cx="8592315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1c03c1d1e6_1_159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0" name="Google Shape;270;g21c03c1d1e6_1_159"/>
          <p:cNvSpPr/>
          <p:nvPr/>
        </p:nvSpPr>
        <p:spPr>
          <a:xfrm>
            <a:off x="3097280" y="3726450"/>
            <a:ext cx="1215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Unfolded!!!!</a:t>
            </a:r>
            <a:endParaRPr/>
          </a:p>
        </p:txBody>
      </p:sp>
      <p:sp>
        <p:nvSpPr>
          <p:cNvPr id="271" name="Google Shape;271;g21c03c1d1e6_1_1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/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3646955" y="1112010"/>
            <a:ext cx="5345718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1c03c1d1e6_1_166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8" name="Google Shape;278;g21c03c1d1e6_1_166"/>
          <p:cNvSpPr/>
          <p:nvPr/>
        </p:nvSpPr>
        <p:spPr>
          <a:xfrm>
            <a:off x="504296" y="3191198"/>
            <a:ext cx="2667413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ENCODER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Siempre leen la secuencia entera</a:t>
            </a:r>
            <a:endParaRPr sz="1100"/>
          </a:p>
        </p:txBody>
      </p:sp>
      <p:pic>
        <p:nvPicPr>
          <p:cNvPr id="279" name="Google Shape;279;g21c03c1d1e6_1_166"/>
          <p:cNvPicPr preferRelativeResize="0"/>
          <p:nvPr/>
        </p:nvPicPr>
        <p:blipFill rotWithShape="1">
          <a:blip r:embed="rId3">
            <a:alphaModFix/>
          </a:blip>
          <a:srcRect r="62273"/>
          <a:stretch/>
        </p:blipFill>
        <p:spPr>
          <a:xfrm>
            <a:off x="227129" y="1112010"/>
            <a:ext cx="3241627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1c03c1d1e6_1_166"/>
          <p:cNvSpPr/>
          <p:nvPr/>
        </p:nvSpPr>
        <p:spPr>
          <a:xfrm>
            <a:off x="504296" y="3900038"/>
            <a:ext cx="26674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Emiten un hidden state final</a:t>
            </a:r>
            <a:endParaRPr sz="1100"/>
          </a:p>
        </p:txBody>
      </p:sp>
      <p:sp>
        <p:nvSpPr>
          <p:cNvPr id="281" name="Google Shape;281;g21c03c1d1e6_1_166"/>
          <p:cNvSpPr/>
          <p:nvPr/>
        </p:nvSpPr>
        <p:spPr>
          <a:xfrm>
            <a:off x="3652400" y="3191198"/>
            <a:ext cx="4885544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DECODER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Entrenamiento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for i in range(len(y_deseado):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while last_token =! &lt;EOS&gt;: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2" name="Google Shape;282;g21c03c1d1e6_1_166"/>
          <p:cNvSpPr/>
          <p:nvPr/>
        </p:nvSpPr>
        <p:spPr>
          <a:xfrm>
            <a:off x="7125838" y="4736501"/>
            <a:ext cx="1960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TEACHER FORCING!!!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3" name="Google Shape;283;g21c03c1d1e6_1_1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1c03c1d1e6_1_177"/>
          <p:cNvSpPr txBox="1"/>
          <p:nvPr/>
        </p:nvSpPr>
        <p:spPr>
          <a:xfrm>
            <a:off x="1185903" y="669650"/>
            <a:ext cx="64548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Arquitecturas flexibles IN/OUT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9" name="Google Shape;289;g21c03c1d1e6_1_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78939"/>
            <a:ext cx="9143998" cy="286223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1c03c1d1e6_1_177"/>
          <p:cNvSpPr txBox="1"/>
          <p:nvPr/>
        </p:nvSpPr>
        <p:spPr>
          <a:xfrm>
            <a:off x="330020" y="4045863"/>
            <a:ext cx="560232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MLP</a:t>
            </a:r>
            <a:endParaRPr sz="1100"/>
          </a:p>
        </p:txBody>
      </p:sp>
      <p:sp>
        <p:nvSpPr>
          <p:cNvPr id="291" name="Google Shape;291;g21c03c1d1e6_1_177"/>
          <p:cNvSpPr txBox="1"/>
          <p:nvPr/>
        </p:nvSpPr>
        <p:spPr>
          <a:xfrm>
            <a:off x="1418285" y="4045863"/>
            <a:ext cx="1382870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Img captioning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2" name="Google Shape;292;g21c03c1d1e6_1_177"/>
          <p:cNvSpPr txBox="1"/>
          <p:nvPr/>
        </p:nvSpPr>
        <p:spPr>
          <a:xfrm>
            <a:off x="3189130" y="3729921"/>
            <a:ext cx="1658292" cy="60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Regresión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Classificacion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Sentiment classification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Resumen de videos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3" name="Google Shape;293;g21c03c1d1e6_1_177"/>
          <p:cNvSpPr txBox="1"/>
          <p:nvPr/>
        </p:nvSpPr>
        <p:spPr>
          <a:xfrm>
            <a:off x="5100033" y="4045863"/>
            <a:ext cx="2327857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Regresión varios futuros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Traducción</a:t>
            </a:r>
            <a:endParaRPr sz="1100"/>
          </a:p>
        </p:txBody>
      </p:sp>
      <p:sp>
        <p:nvSpPr>
          <p:cNvPr id="294" name="Google Shape;294;g21c03c1d1e6_1_177"/>
          <p:cNvSpPr txBox="1"/>
          <p:nvPr/>
        </p:nvSpPr>
        <p:spPr>
          <a:xfrm>
            <a:off x="7532531" y="4045863"/>
            <a:ext cx="127661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Video class frame lvl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5" name="Google Shape;295;g21c03c1d1e6_1_1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Arquitectura enconder-decoder (seq to seq)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/>
          <p:cNvGraphicFramePr/>
          <p:nvPr/>
        </p:nvGraphicFramePr>
        <p:xfrm>
          <a:off x="714776" y="1185909"/>
          <a:ext cx="73890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X(t=7)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</a:t>
                      </a:r>
                      <a:r>
                        <a:rPr lang="en" sz="1800"/>
                        <a:t>τ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g21c03c1d1e6_1_187"/>
          <p:cNvSpPr txBox="1"/>
          <p:nvPr/>
        </p:nvSpPr>
        <p:spPr>
          <a:xfrm>
            <a:off x="2349236" y="3957591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RNN_enc_dec.ipynb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5" name="Google Shape;305;g21c03c1d1e6_1_1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Implementación de modelos enconder-decoder</a:t>
            </a:r>
            <a:endParaRPr dirty="0"/>
          </a:p>
        </p:txBody>
      </p:sp>
      <p:pic>
        <p:nvPicPr>
          <p:cNvPr id="2" name="Google Shape;268;g21c03c1d1e6_1_159">
            <a:extLst>
              <a:ext uri="{FF2B5EF4-FFF2-40B4-BE49-F238E27FC236}">
                <a16:creationId xmlns:a16="http://schemas.microsoft.com/office/drawing/2014/main" id="{8EE2EC0A-B294-4082-D5F3-773F74E554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939" y="2204095"/>
            <a:ext cx="7262122" cy="14998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EC5589-7B2C-978F-22C7-536D60FB6599}"/>
                  </a:ext>
                </a:extLst>
              </p14:cNvPr>
              <p14:cNvContentPartPr/>
              <p14:nvPr/>
            </p14:nvContentPartPr>
            <p14:xfrm>
              <a:off x="6120180" y="3652380"/>
              <a:ext cx="252720" cy="134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EC5589-7B2C-978F-22C7-536D60FB65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4060" y="3646260"/>
                <a:ext cx="2649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FD5E4B-2B87-3172-1777-2CBB279EA74A}"/>
                  </a:ext>
                </a:extLst>
              </p14:cNvPr>
              <p14:cNvContentPartPr/>
              <p14:nvPr/>
            </p14:nvContentPartPr>
            <p14:xfrm>
              <a:off x="6018660" y="3545820"/>
              <a:ext cx="168840" cy="114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FD5E4B-2B87-3172-1777-2CBB279EA7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2540" y="3539700"/>
                <a:ext cx="18108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025F33C-774D-CCF5-743C-A1DCA28D8FC8}"/>
              </a:ext>
            </a:extLst>
          </p:cNvPr>
          <p:cNvGrpSpPr/>
          <p:nvPr/>
        </p:nvGrpSpPr>
        <p:grpSpPr>
          <a:xfrm>
            <a:off x="6835140" y="3639060"/>
            <a:ext cx="427320" cy="205560"/>
            <a:chOff x="6835140" y="3639060"/>
            <a:chExt cx="42732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773EAD-1FAC-48B9-F3FE-CFE64E0B3BDA}"/>
                    </a:ext>
                  </a:extLst>
                </p14:cNvPr>
                <p14:cNvContentPartPr/>
                <p14:nvPr/>
              </p14:nvContentPartPr>
              <p14:xfrm>
                <a:off x="6859260" y="3645540"/>
                <a:ext cx="403200" cy="199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773EAD-1FAC-48B9-F3FE-CFE64E0B3BD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3140" y="3639420"/>
                  <a:ext cx="415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E5141E-5665-CB79-6358-557A32B5F047}"/>
                    </a:ext>
                  </a:extLst>
                </p14:cNvPr>
                <p14:cNvContentPartPr/>
                <p14:nvPr/>
              </p14:nvContentPartPr>
              <p14:xfrm>
                <a:off x="6835140" y="3639060"/>
                <a:ext cx="136440" cy="94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E5141E-5665-CB79-6358-557A32B5F0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29020" y="3632940"/>
                  <a:ext cx="14868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1DA11F8-86C1-0C96-2550-91D8BFC74E7B}"/>
                  </a:ext>
                </a:extLst>
              </p14:cNvPr>
              <p14:cNvContentPartPr/>
              <p14:nvPr/>
            </p14:nvContentPartPr>
            <p14:xfrm>
              <a:off x="4596300" y="2146860"/>
              <a:ext cx="79920" cy="1681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1DA11F8-86C1-0C96-2550-91D8BFC74E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90180" y="2140740"/>
                <a:ext cx="92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86F9C7D-34C0-E6B9-FB77-A57B4D28DF75}"/>
                  </a:ext>
                </a:extLst>
              </p14:cNvPr>
              <p14:cNvContentPartPr/>
              <p14:nvPr/>
            </p14:nvContentPartPr>
            <p14:xfrm>
              <a:off x="1444500" y="3604140"/>
              <a:ext cx="208800" cy="38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86F9C7D-34C0-E6B9-FB77-A57B4D28DF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8380" y="3598020"/>
                <a:ext cx="2210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F8CA6B9-CA97-16BB-CCB1-E341210A51A2}"/>
                  </a:ext>
                </a:extLst>
              </p14:cNvPr>
              <p14:cNvContentPartPr/>
              <p14:nvPr/>
            </p14:nvContentPartPr>
            <p14:xfrm>
              <a:off x="1484100" y="3863700"/>
              <a:ext cx="266040" cy="72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F8CA6B9-CA97-16BB-CCB1-E341210A51A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77980" y="3857580"/>
                <a:ext cx="2782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7A2C929-7F91-F2E4-96CF-772160773EEC}"/>
                  </a:ext>
                </a:extLst>
              </p14:cNvPr>
              <p14:cNvContentPartPr/>
              <p14:nvPr/>
            </p14:nvContentPartPr>
            <p14:xfrm>
              <a:off x="1570140" y="4042260"/>
              <a:ext cx="23760" cy="155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7A2C929-7F91-F2E4-96CF-772160773E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64020" y="4036140"/>
                <a:ext cx="360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751ABB3-DE01-390D-D9FC-2A9143389971}"/>
                  </a:ext>
                </a:extLst>
              </p14:cNvPr>
              <p14:cNvContentPartPr/>
              <p14:nvPr/>
            </p14:nvContentPartPr>
            <p14:xfrm>
              <a:off x="1504980" y="4012020"/>
              <a:ext cx="96480" cy="69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751ABB3-DE01-390D-D9FC-2A91433899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98860" y="4005900"/>
                <a:ext cx="1087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F3AE93E-2A00-420A-A624-473C689FB60B}"/>
                  </a:ext>
                </a:extLst>
              </p14:cNvPr>
              <p14:cNvContentPartPr/>
              <p14:nvPr/>
            </p14:nvContentPartPr>
            <p14:xfrm>
              <a:off x="1314180" y="3372300"/>
              <a:ext cx="330840" cy="3009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F3AE93E-2A00-420A-A624-473C689FB60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08060" y="3366180"/>
                <a:ext cx="3430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5004E23-E4E0-D9AA-750A-B73241400990}"/>
                  </a:ext>
                </a:extLst>
              </p14:cNvPr>
              <p14:cNvContentPartPr/>
              <p14:nvPr/>
            </p14:nvContentPartPr>
            <p14:xfrm>
              <a:off x="1410660" y="3834180"/>
              <a:ext cx="396000" cy="217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5004E23-E4E0-D9AA-750A-B7324140099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04540" y="3828060"/>
                <a:ext cx="4082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620C1D0-7F5F-D0C1-D2D5-55AC27AB356A}"/>
              </a:ext>
            </a:extLst>
          </p:cNvPr>
          <p:cNvGrpSpPr/>
          <p:nvPr/>
        </p:nvGrpSpPr>
        <p:grpSpPr>
          <a:xfrm>
            <a:off x="2187540" y="3383460"/>
            <a:ext cx="846360" cy="875880"/>
            <a:chOff x="2187540" y="3383460"/>
            <a:chExt cx="846360" cy="8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CC410EC-BC9B-ACC7-AE85-17180960A136}"/>
                    </a:ext>
                  </a:extLst>
                </p14:cNvPr>
                <p14:cNvContentPartPr/>
                <p14:nvPr/>
              </p14:nvContentPartPr>
              <p14:xfrm>
                <a:off x="2354580" y="3632580"/>
                <a:ext cx="237240" cy="39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CC410EC-BC9B-ACC7-AE85-17180960A1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48460" y="3626460"/>
                  <a:ext cx="249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3B89904-3471-28AE-850C-A3D54356C1F8}"/>
                    </a:ext>
                  </a:extLst>
                </p14:cNvPr>
                <p14:cNvContentPartPr/>
                <p14:nvPr/>
              </p14:nvContentPartPr>
              <p14:xfrm>
                <a:off x="2295540" y="3900420"/>
                <a:ext cx="204840" cy="37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3B89904-3471-28AE-850C-A3D54356C1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89420" y="3894300"/>
                  <a:ext cx="217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9BBCC7-AF58-07AE-B9CB-294B91A34341}"/>
                    </a:ext>
                  </a:extLst>
                </p14:cNvPr>
                <p14:cNvContentPartPr/>
                <p14:nvPr/>
              </p14:nvContentPartPr>
              <p14:xfrm>
                <a:off x="2725740" y="3932820"/>
                <a:ext cx="203760" cy="3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9BBCC7-AF58-07AE-B9CB-294B91A3434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19620" y="3926700"/>
                  <a:ext cx="216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55C0D3-EB27-57FC-6B59-FF67523E1597}"/>
                    </a:ext>
                  </a:extLst>
                </p14:cNvPr>
                <p14:cNvContentPartPr/>
                <p14:nvPr/>
              </p14:nvContentPartPr>
              <p14:xfrm>
                <a:off x="2781180" y="4034340"/>
                <a:ext cx="11160" cy="223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55C0D3-EB27-57FC-6B59-FF67523E15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75060" y="4028220"/>
                  <a:ext cx="23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6A27FE7-FB79-2E16-6744-7678209E6608}"/>
                    </a:ext>
                  </a:extLst>
                </p14:cNvPr>
                <p14:cNvContentPartPr/>
                <p14:nvPr/>
              </p14:nvContentPartPr>
              <p14:xfrm>
                <a:off x="2742660" y="4042620"/>
                <a:ext cx="93240" cy="88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6A27FE7-FB79-2E16-6744-7678209E66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6540" y="4036500"/>
                  <a:ext cx="105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11B58A-2E29-200A-7BD2-D95977B1CE94}"/>
                    </a:ext>
                  </a:extLst>
                </p14:cNvPr>
                <p14:cNvContentPartPr/>
                <p14:nvPr/>
              </p14:nvContentPartPr>
              <p14:xfrm>
                <a:off x="2329740" y="4063860"/>
                <a:ext cx="14040" cy="195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11B58A-2E29-200A-7BD2-D95977B1CE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3620" y="4057740"/>
                  <a:ext cx="26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D96AD7-FC5C-5464-809B-A0CC1414A599}"/>
                    </a:ext>
                  </a:extLst>
                </p14:cNvPr>
                <p14:cNvContentPartPr/>
                <p14:nvPr/>
              </p14:nvContentPartPr>
              <p14:xfrm>
                <a:off x="2299500" y="4064940"/>
                <a:ext cx="97560" cy="84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D96AD7-FC5C-5464-809B-A0CC1414A5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93380" y="4058820"/>
                  <a:ext cx="10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CB29CFD-74C5-BAF8-D24B-0A3707CE53B6}"/>
                    </a:ext>
                  </a:extLst>
                </p14:cNvPr>
                <p14:cNvContentPartPr/>
                <p14:nvPr/>
              </p14:nvContentPartPr>
              <p14:xfrm>
                <a:off x="2296620" y="4071420"/>
                <a:ext cx="92520" cy="123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B29CFD-74C5-BAF8-D24B-0A3707CE53B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90500" y="4065300"/>
                  <a:ext cx="104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CE9731A-77F6-AED6-0807-7CC56F0B1941}"/>
                    </a:ext>
                  </a:extLst>
                </p14:cNvPr>
                <p14:cNvContentPartPr/>
                <p14:nvPr/>
              </p14:nvContentPartPr>
              <p14:xfrm>
                <a:off x="2187540" y="3383460"/>
                <a:ext cx="404280" cy="268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CE9731A-77F6-AED6-0807-7CC56F0B19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81420" y="3377340"/>
                  <a:ext cx="416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020777-3554-03E1-D8ED-57067F9C9D92}"/>
                    </a:ext>
                  </a:extLst>
                </p14:cNvPr>
                <p14:cNvContentPartPr/>
                <p14:nvPr/>
              </p14:nvContentPartPr>
              <p14:xfrm>
                <a:off x="2208420" y="3768660"/>
                <a:ext cx="310320" cy="263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D020777-3554-03E1-D8ED-57067F9C9D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02300" y="3762540"/>
                  <a:ext cx="3225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90E5AF-93B5-13B4-B062-A100EC1D19A2}"/>
                    </a:ext>
                  </a:extLst>
                </p14:cNvPr>
                <p14:cNvContentPartPr/>
                <p14:nvPr/>
              </p14:nvContentPartPr>
              <p14:xfrm>
                <a:off x="2763180" y="3596940"/>
                <a:ext cx="11160" cy="3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90E5AF-93B5-13B4-B062-A100EC1D19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57060" y="3590820"/>
                  <a:ext cx="23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1F1046-815A-DAF9-514A-DAB879B6CECC}"/>
                    </a:ext>
                  </a:extLst>
                </p14:cNvPr>
                <p14:cNvContentPartPr/>
                <p14:nvPr/>
              </p14:nvContentPartPr>
              <p14:xfrm>
                <a:off x="2803860" y="3597300"/>
                <a:ext cx="47880" cy="11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1F1046-815A-DAF9-514A-DAB879B6CE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97740" y="3591180"/>
                  <a:ext cx="601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D0CF00-A0EB-CD79-28CE-23A891E31F97}"/>
                    </a:ext>
                  </a:extLst>
                </p14:cNvPr>
                <p14:cNvContentPartPr/>
                <p14:nvPr/>
              </p14:nvContentPartPr>
              <p14:xfrm>
                <a:off x="2920500" y="3589020"/>
                <a:ext cx="25560" cy="40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D0CF00-A0EB-CD79-28CE-23A891E31F9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14380" y="3582900"/>
                  <a:ext cx="37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82A42F-EF5C-8438-CFB6-EA80DD368FA4}"/>
                    </a:ext>
                  </a:extLst>
                </p14:cNvPr>
                <p14:cNvContentPartPr/>
                <p14:nvPr/>
              </p14:nvContentPartPr>
              <p14:xfrm>
                <a:off x="2659140" y="3796740"/>
                <a:ext cx="374760" cy="248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82A42F-EF5C-8438-CFB6-EA80DD368F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53020" y="3790620"/>
                  <a:ext cx="3870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73CFD70-94A8-9159-CB26-50118974BD95}"/>
              </a:ext>
            </a:extLst>
          </p:cNvPr>
          <p:cNvGrpSpPr/>
          <p:nvPr/>
        </p:nvGrpSpPr>
        <p:grpSpPr>
          <a:xfrm>
            <a:off x="3697020" y="2079900"/>
            <a:ext cx="1985400" cy="1779840"/>
            <a:chOff x="3697020" y="2079900"/>
            <a:chExt cx="1985400" cy="177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0101C1-654B-B39E-6A5A-27338202BB40}"/>
                    </a:ext>
                  </a:extLst>
                </p14:cNvPr>
                <p14:cNvContentPartPr/>
                <p14:nvPr/>
              </p14:nvContentPartPr>
              <p14:xfrm>
                <a:off x="4147740" y="2118420"/>
                <a:ext cx="692640" cy="56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0101C1-654B-B39E-6A5A-27338202BB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41620" y="2112300"/>
                  <a:ext cx="7048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9D4112-9492-F21E-80F4-E13D2EB7B803}"/>
                    </a:ext>
                  </a:extLst>
                </p14:cNvPr>
                <p14:cNvContentPartPr/>
                <p14:nvPr/>
              </p14:nvContentPartPr>
              <p14:xfrm>
                <a:off x="4682700" y="2539260"/>
                <a:ext cx="671760" cy="1320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9D4112-9492-F21E-80F4-E13D2EB7B8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76580" y="2533140"/>
                  <a:ext cx="684000" cy="13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00E16D-CA66-8631-9A5A-4A5243E53CA7}"/>
                    </a:ext>
                  </a:extLst>
                </p14:cNvPr>
                <p14:cNvContentPartPr/>
                <p14:nvPr/>
              </p14:nvContentPartPr>
              <p14:xfrm>
                <a:off x="5161140" y="3292020"/>
                <a:ext cx="521280" cy="429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00E16D-CA66-8631-9A5A-4A5243E53C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55020" y="3285900"/>
                  <a:ext cx="5335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244B6C-E502-38FF-9DF3-A1A78446C8B3}"/>
                    </a:ext>
                  </a:extLst>
                </p14:cNvPr>
                <p14:cNvContentPartPr/>
                <p14:nvPr/>
              </p14:nvContentPartPr>
              <p14:xfrm>
                <a:off x="5211180" y="3568860"/>
                <a:ext cx="389160" cy="220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244B6C-E502-38FF-9DF3-A1A78446C8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05060" y="3562740"/>
                  <a:ext cx="401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C6915B6-50A0-4FAD-FFAA-CD7743845096}"/>
                    </a:ext>
                  </a:extLst>
                </p14:cNvPr>
                <p14:cNvContentPartPr/>
                <p14:nvPr/>
              </p14:nvContentPartPr>
              <p14:xfrm>
                <a:off x="5203620" y="3495060"/>
                <a:ext cx="194040" cy="10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C6915B6-50A0-4FAD-FFAA-CD77438450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97500" y="3488940"/>
                  <a:ext cx="206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C052DD-5C85-EB3F-21DD-CF52BFC587E7}"/>
                    </a:ext>
                  </a:extLst>
                </p14:cNvPr>
                <p14:cNvContentPartPr/>
                <p14:nvPr/>
              </p14:nvContentPartPr>
              <p14:xfrm>
                <a:off x="3697020" y="2079900"/>
                <a:ext cx="754920" cy="561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C052DD-5C85-EB3F-21DD-CF52BFC587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90900" y="2073780"/>
                  <a:ext cx="767160" cy="57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720B0EBE-6B53-06CE-4B7F-5DC0FAA6FB60}"/>
              </a:ext>
            </a:extLst>
          </p:cNvPr>
          <p:cNvGrpSpPr/>
          <p:nvPr/>
        </p:nvGrpSpPr>
        <p:grpSpPr>
          <a:xfrm>
            <a:off x="529740" y="2322900"/>
            <a:ext cx="730440" cy="37440"/>
            <a:chOff x="529740" y="2322900"/>
            <a:chExt cx="730440" cy="3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237C5E3-9A53-A8A5-7BDE-AA9707BACBE1}"/>
                    </a:ext>
                  </a:extLst>
                </p14:cNvPr>
                <p14:cNvContentPartPr/>
                <p14:nvPr/>
              </p14:nvContentPartPr>
              <p14:xfrm>
                <a:off x="529740" y="2322900"/>
                <a:ext cx="98640" cy="151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237C5E3-9A53-A8A5-7BDE-AA9707BACB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3620" y="2316780"/>
                  <a:ext cx="110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7893AC-D59F-D5F4-46A2-34246C280C5C}"/>
                    </a:ext>
                  </a:extLst>
                </p14:cNvPr>
                <p14:cNvContentPartPr/>
                <p14:nvPr/>
              </p14:nvContentPartPr>
              <p14:xfrm>
                <a:off x="715500" y="2326140"/>
                <a:ext cx="136080" cy="6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7893AC-D59F-D5F4-46A2-34246C280C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9380" y="2320020"/>
                  <a:ext cx="1483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3C4AA7F-19A8-B23D-3CE4-73B0CD428B27}"/>
                    </a:ext>
                  </a:extLst>
                </p14:cNvPr>
                <p14:cNvContentPartPr/>
                <p14:nvPr/>
              </p14:nvContentPartPr>
              <p14:xfrm>
                <a:off x="967500" y="2343060"/>
                <a:ext cx="292680" cy="17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3C4AA7F-19A8-B23D-3CE4-73B0CD428B2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1380" y="2336940"/>
                  <a:ext cx="30492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C562EDF7-59DB-948B-3C9D-8BF927BE9B55}"/>
                  </a:ext>
                </a:extLst>
              </p14:cNvPr>
              <p14:cNvContentPartPr/>
              <p14:nvPr/>
            </p14:nvContentPartPr>
            <p14:xfrm>
              <a:off x="2105460" y="2444580"/>
              <a:ext cx="186120" cy="514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C562EDF7-59DB-948B-3C9D-8BF927BE9B5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99340" y="2438460"/>
                <a:ext cx="19836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AA10DAA5-8FDA-7ED3-4DC5-D8D675E0EA13}"/>
              </a:ext>
            </a:extLst>
          </p:cNvPr>
          <p:cNvGrpSpPr/>
          <p:nvPr/>
        </p:nvGrpSpPr>
        <p:grpSpPr>
          <a:xfrm>
            <a:off x="414180" y="1725300"/>
            <a:ext cx="1127160" cy="478440"/>
            <a:chOff x="414180" y="1725300"/>
            <a:chExt cx="112716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6121646-CC24-7BD5-10F6-E371B98097A2}"/>
                    </a:ext>
                  </a:extLst>
                </p14:cNvPr>
                <p14:cNvContentPartPr/>
                <p14:nvPr/>
              </p14:nvContentPartPr>
              <p14:xfrm>
                <a:off x="498780" y="2100420"/>
                <a:ext cx="100080" cy="10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6121646-CC24-7BD5-10F6-E371B98097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2660" y="2094300"/>
                  <a:ext cx="11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5E46275-C416-8DA7-F24A-6A378D9B862A}"/>
                    </a:ext>
                  </a:extLst>
                </p14:cNvPr>
                <p14:cNvContentPartPr/>
                <p14:nvPr/>
              </p14:nvContentPartPr>
              <p14:xfrm>
                <a:off x="720540" y="2119500"/>
                <a:ext cx="103680" cy="3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5E46275-C416-8DA7-F24A-6A378D9B86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4420" y="2113380"/>
                  <a:ext cx="115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4204B77-7E44-EBA0-EAB6-3BA8DEDCB7F1}"/>
                    </a:ext>
                  </a:extLst>
                </p14:cNvPr>
                <p14:cNvContentPartPr/>
                <p14:nvPr/>
              </p14:nvContentPartPr>
              <p14:xfrm>
                <a:off x="913140" y="2100060"/>
                <a:ext cx="114480" cy="140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4204B77-7E44-EBA0-EAB6-3BA8DEDCB7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7020" y="2093940"/>
                  <a:ext cx="12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26DD3B9-065C-1574-4842-BF4089AE32CF}"/>
                    </a:ext>
                  </a:extLst>
                </p14:cNvPr>
                <p14:cNvContentPartPr/>
                <p14:nvPr/>
              </p14:nvContentPartPr>
              <p14:xfrm>
                <a:off x="1137780" y="2085300"/>
                <a:ext cx="140760" cy="111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26DD3B9-065C-1574-4842-BF4089AE32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1660" y="2079180"/>
                  <a:ext cx="153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C9B7566-A9FE-CD50-7173-AF0AED6BE6D2}"/>
                    </a:ext>
                  </a:extLst>
                </p14:cNvPr>
                <p14:cNvContentPartPr/>
                <p14:nvPr/>
              </p14:nvContentPartPr>
              <p14:xfrm>
                <a:off x="659340" y="1808460"/>
                <a:ext cx="1440" cy="4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C9B7566-A9FE-CD50-7173-AF0AED6BE6D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3220" y="1802340"/>
                  <a:ext cx="136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4113BA6-C72A-6947-2B67-90CBFBF1B03C}"/>
                    </a:ext>
                  </a:extLst>
                </p14:cNvPr>
                <p14:cNvContentPartPr/>
                <p14:nvPr/>
              </p14:nvContentPartPr>
              <p14:xfrm>
                <a:off x="551340" y="1878660"/>
                <a:ext cx="86040" cy="9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4113BA6-C72A-6947-2B67-90CBFBF1B0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5220" y="1872540"/>
                  <a:ext cx="98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279EC76-99E0-2C56-6BA5-EC5F8DD82C9A}"/>
                    </a:ext>
                  </a:extLst>
                </p14:cNvPr>
                <p14:cNvContentPartPr/>
                <p14:nvPr/>
              </p14:nvContentPartPr>
              <p14:xfrm>
                <a:off x="709740" y="1900260"/>
                <a:ext cx="56160" cy="5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279EC76-99E0-2C56-6BA5-EC5F8DD82C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3620" y="1894140"/>
                  <a:ext cx="684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8415F27-B78E-5367-B829-BBE21A7A357A}"/>
                    </a:ext>
                  </a:extLst>
                </p14:cNvPr>
                <p14:cNvContentPartPr/>
                <p14:nvPr/>
              </p14:nvContentPartPr>
              <p14:xfrm>
                <a:off x="831060" y="1896660"/>
                <a:ext cx="99360" cy="1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8415F27-B78E-5367-B829-BBE21A7A35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4940" y="1890540"/>
                  <a:ext cx="111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3BCEF72-B7CC-BC15-EE86-A420AC83D0E9}"/>
                    </a:ext>
                  </a:extLst>
                </p14:cNvPr>
                <p14:cNvContentPartPr/>
                <p14:nvPr/>
              </p14:nvContentPartPr>
              <p14:xfrm>
                <a:off x="1087740" y="1871100"/>
                <a:ext cx="201600" cy="68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3BCEF72-B7CC-BC15-EE86-A420AC83D0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1620" y="1864980"/>
                  <a:ext cx="213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32D900-3D06-9596-8C5E-5462D7A43317}"/>
                    </a:ext>
                  </a:extLst>
                </p14:cNvPr>
                <p14:cNvContentPartPr/>
                <p14:nvPr/>
              </p14:nvContentPartPr>
              <p14:xfrm>
                <a:off x="478980" y="1725300"/>
                <a:ext cx="141120" cy="271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32D900-3D06-9596-8C5E-5462D7A4331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2860" y="1719180"/>
                  <a:ext cx="1533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085E2B1-305F-E547-C794-06047104C8A3}"/>
                    </a:ext>
                  </a:extLst>
                </p14:cNvPr>
                <p14:cNvContentPartPr/>
                <p14:nvPr/>
              </p14:nvContentPartPr>
              <p14:xfrm>
                <a:off x="1333620" y="1745460"/>
                <a:ext cx="111960" cy="216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085E2B1-305F-E547-C794-06047104C8A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27500" y="1739340"/>
                  <a:ext cx="124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78FEF22-1E11-25DC-0C37-A74F4F44F6F9}"/>
                    </a:ext>
                  </a:extLst>
                </p14:cNvPr>
                <p14:cNvContentPartPr/>
                <p14:nvPr/>
              </p14:nvContentPartPr>
              <p14:xfrm>
                <a:off x="414180" y="2026620"/>
                <a:ext cx="138600" cy="177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78FEF22-1E11-25DC-0C37-A74F4F44F6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8060" y="2020500"/>
                  <a:ext cx="150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A8E4DAE-C994-2F04-48C2-BE78042FD7F6}"/>
                    </a:ext>
                  </a:extLst>
                </p14:cNvPr>
                <p14:cNvContentPartPr/>
                <p14:nvPr/>
              </p14:nvContentPartPr>
              <p14:xfrm>
                <a:off x="1432620" y="1981260"/>
                <a:ext cx="108720" cy="183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A8E4DAE-C994-2F04-48C2-BE78042FD7F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26500" y="1975140"/>
                  <a:ext cx="12096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F7519062-6549-7270-3B2E-A79CE6C824DD}"/>
                  </a:ext>
                </a:extLst>
              </p14:cNvPr>
              <p14:cNvContentPartPr/>
              <p14:nvPr/>
            </p14:nvContentPartPr>
            <p14:xfrm>
              <a:off x="388980" y="1675620"/>
              <a:ext cx="1030320" cy="36828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F7519062-6549-7270-3B2E-A79CE6C824D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82860" y="1669500"/>
                <a:ext cx="1042560" cy="38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9E1F5D7-D9E3-A1CE-FA56-6D69E09CF236}"/>
              </a:ext>
            </a:extLst>
          </p:cNvPr>
          <p:cNvGrpSpPr/>
          <p:nvPr/>
        </p:nvGrpSpPr>
        <p:grpSpPr>
          <a:xfrm>
            <a:off x="1918620" y="1647180"/>
            <a:ext cx="1037160" cy="622440"/>
            <a:chOff x="1918620" y="1647180"/>
            <a:chExt cx="1037160" cy="62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E402EB8-44A0-1149-6F0A-A03332AD06FE}"/>
                    </a:ext>
                  </a:extLst>
                </p14:cNvPr>
                <p14:cNvContentPartPr/>
                <p14:nvPr/>
              </p14:nvContentPartPr>
              <p14:xfrm>
                <a:off x="2094300" y="1870020"/>
                <a:ext cx="63360" cy="4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E402EB8-44A0-1149-6F0A-A03332AD06F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88180" y="1863900"/>
                  <a:ext cx="756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64A8F08-EADC-4C64-0C15-B705716DA4D2}"/>
                    </a:ext>
                  </a:extLst>
                </p14:cNvPr>
                <p14:cNvContentPartPr/>
                <p14:nvPr/>
              </p14:nvContentPartPr>
              <p14:xfrm>
                <a:off x="2254140" y="1871820"/>
                <a:ext cx="142920" cy="13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64A8F08-EADC-4C64-0C15-B705716DA4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48020" y="1865700"/>
                  <a:ext cx="155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7A5CF14-84B8-B3C6-6C13-78BF7DB403D6}"/>
                    </a:ext>
                  </a:extLst>
                </p14:cNvPr>
                <p14:cNvContentPartPr/>
                <p14:nvPr/>
              </p14:nvContentPartPr>
              <p14:xfrm>
                <a:off x="2490660" y="1871820"/>
                <a:ext cx="133920" cy="13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7A5CF14-84B8-B3C6-6C13-78BF7DB403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84540" y="1865700"/>
                  <a:ext cx="146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F9730AF-239A-F190-5218-47C3999CACEE}"/>
                    </a:ext>
                  </a:extLst>
                </p14:cNvPr>
                <p14:cNvContentPartPr/>
                <p14:nvPr/>
              </p14:nvContentPartPr>
              <p14:xfrm>
                <a:off x="2040300" y="2029140"/>
                <a:ext cx="65520" cy="129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F9730AF-239A-F190-5218-47C3999CAC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34180" y="2023020"/>
                  <a:ext cx="77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1D37BF6-B168-1951-F2DB-AB45687AACA1}"/>
                    </a:ext>
                  </a:extLst>
                </p14:cNvPr>
                <p14:cNvContentPartPr/>
                <p14:nvPr/>
              </p14:nvContentPartPr>
              <p14:xfrm>
                <a:off x="2220660" y="2030940"/>
                <a:ext cx="139320" cy="5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1D37BF6-B168-1951-F2DB-AB45687AAC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14540" y="2024820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6A16F07-5F06-3517-3FAC-C002A96C3047}"/>
                    </a:ext>
                  </a:extLst>
                </p14:cNvPr>
                <p14:cNvContentPartPr/>
                <p14:nvPr/>
              </p14:nvContentPartPr>
              <p14:xfrm>
                <a:off x="2446740" y="2013300"/>
                <a:ext cx="81360" cy="115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6A16F07-5F06-3517-3FAC-C002A96C304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40620" y="2007180"/>
                  <a:ext cx="93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CD78BCE-C093-01B6-6D50-A260F5905D73}"/>
                    </a:ext>
                  </a:extLst>
                </p14:cNvPr>
                <p14:cNvContentPartPr/>
                <p14:nvPr/>
              </p14:nvContentPartPr>
              <p14:xfrm>
                <a:off x="2636100" y="2003940"/>
                <a:ext cx="50760" cy="320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CD78BCE-C093-01B6-6D50-A260F5905D7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29980" y="1997820"/>
                  <a:ext cx="63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0FFC634-2F88-4D74-8A31-014BD4514DA2}"/>
                    </a:ext>
                  </a:extLst>
                </p14:cNvPr>
                <p14:cNvContentPartPr/>
                <p14:nvPr/>
              </p14:nvContentPartPr>
              <p14:xfrm>
                <a:off x="2070180" y="2230740"/>
                <a:ext cx="46800" cy="108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0FFC634-2F88-4D74-8A31-014BD4514D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064060" y="2224620"/>
                  <a:ext cx="59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8518A96-740D-2B60-0416-6B621770EC4D}"/>
                    </a:ext>
                  </a:extLst>
                </p14:cNvPr>
                <p14:cNvContentPartPr/>
                <p14:nvPr/>
              </p14:nvContentPartPr>
              <p14:xfrm>
                <a:off x="2235060" y="2220660"/>
                <a:ext cx="205200" cy="19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8518A96-740D-2B60-0416-6B621770EC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228940" y="2214540"/>
                  <a:ext cx="21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0EC11BD-B628-6138-2958-61720F8DD3A2}"/>
                    </a:ext>
                  </a:extLst>
                </p14:cNvPr>
                <p14:cNvContentPartPr/>
                <p14:nvPr/>
              </p14:nvContentPartPr>
              <p14:xfrm>
                <a:off x="2544660" y="2215980"/>
                <a:ext cx="174960" cy="53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0EC11BD-B628-6138-2958-61720F8DD3A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38540" y="2209860"/>
                  <a:ext cx="187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F895C57-8B1C-0252-5E18-8FCCC7F1C597}"/>
                    </a:ext>
                  </a:extLst>
                </p14:cNvPr>
                <p14:cNvContentPartPr/>
                <p14:nvPr/>
              </p14:nvContentPartPr>
              <p14:xfrm>
                <a:off x="1918620" y="1697220"/>
                <a:ext cx="104400" cy="247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F895C57-8B1C-0252-5E18-8FCCC7F1C5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12500" y="1691100"/>
                  <a:ext cx="116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A2CB252-01EE-D025-4DB9-D80CCB8BB445}"/>
                    </a:ext>
                  </a:extLst>
                </p14:cNvPr>
                <p14:cNvContentPartPr/>
                <p14:nvPr/>
              </p14:nvContentPartPr>
              <p14:xfrm>
                <a:off x="2822220" y="1647180"/>
                <a:ext cx="97560" cy="284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A2CB252-01EE-D025-4DB9-D80CCB8BB4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16100" y="1641060"/>
                  <a:ext cx="109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1D00B98-37C7-6453-3BBD-097C7C15612A}"/>
                    </a:ext>
                  </a:extLst>
                </p14:cNvPr>
                <p14:cNvContentPartPr/>
                <p14:nvPr/>
              </p14:nvContentPartPr>
              <p14:xfrm>
                <a:off x="1947420" y="1910700"/>
                <a:ext cx="137160" cy="218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1D00B98-37C7-6453-3BBD-097C7C1561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41300" y="1904580"/>
                  <a:ext cx="149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34BF37E-643E-F8EB-6305-5D8F2DB5AA7F}"/>
                    </a:ext>
                  </a:extLst>
                </p14:cNvPr>
                <p14:cNvContentPartPr/>
                <p14:nvPr/>
              </p14:nvContentPartPr>
              <p14:xfrm>
                <a:off x="2722860" y="1912500"/>
                <a:ext cx="87840" cy="232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34BF37E-643E-F8EB-6305-5D8F2DB5AA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16740" y="1906380"/>
                  <a:ext cx="100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113539B-848C-E176-0156-A4957D42BAEF}"/>
                    </a:ext>
                  </a:extLst>
                </p14:cNvPr>
                <p14:cNvContentPartPr/>
                <p14:nvPr/>
              </p14:nvContentPartPr>
              <p14:xfrm>
                <a:off x="1920060" y="1691460"/>
                <a:ext cx="1035720" cy="3744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113539B-848C-E176-0156-A4957D42BAE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913940" y="1685340"/>
                  <a:ext cx="10479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709DAF8-BFA0-09CE-13A5-606A066E8C1D}"/>
                    </a:ext>
                  </a:extLst>
                </p14:cNvPr>
                <p14:cNvContentPartPr/>
                <p14:nvPr/>
              </p14:nvContentPartPr>
              <p14:xfrm>
                <a:off x="2094300" y="1890900"/>
                <a:ext cx="91080" cy="13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709DAF8-BFA0-09CE-13A5-606A066E8C1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88180" y="1884780"/>
                  <a:ext cx="103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47D20DC-1433-8FD5-8C30-41FBD9A18A69}"/>
                    </a:ext>
                  </a:extLst>
                </p14:cNvPr>
                <p14:cNvContentPartPr/>
                <p14:nvPr/>
              </p14:nvContentPartPr>
              <p14:xfrm>
                <a:off x="2269260" y="1889820"/>
                <a:ext cx="97200" cy="118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47D20DC-1433-8FD5-8C30-41FBD9A18A6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63140" y="1883700"/>
                  <a:ext cx="109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82D44BD-E2B5-13EE-3AF8-0D3D7DE6973A}"/>
                    </a:ext>
                  </a:extLst>
                </p14:cNvPr>
                <p14:cNvContentPartPr/>
                <p14:nvPr/>
              </p14:nvContentPartPr>
              <p14:xfrm>
                <a:off x="2491740" y="1878660"/>
                <a:ext cx="111240" cy="126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82D44BD-E2B5-13EE-3AF8-0D3D7DE697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85620" y="1872540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349701F-A157-39F4-3B15-C0E8C8E654AB}"/>
                    </a:ext>
                  </a:extLst>
                </p14:cNvPr>
                <p14:cNvContentPartPr/>
                <p14:nvPr/>
              </p14:nvContentPartPr>
              <p14:xfrm>
                <a:off x="2694420" y="1894860"/>
                <a:ext cx="117720" cy="277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349701F-A157-39F4-3B15-C0E8C8E654A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88300" y="1888740"/>
                  <a:ext cx="129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B6F3528-2DDF-5A89-9316-A4488C0B35A1}"/>
                    </a:ext>
                  </a:extLst>
                </p14:cNvPr>
                <p14:cNvContentPartPr/>
                <p14:nvPr/>
              </p14:nvContentPartPr>
              <p14:xfrm>
                <a:off x="2142900" y="1668420"/>
                <a:ext cx="750960" cy="193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B6F3528-2DDF-5A89-9316-A4488C0B35A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36780" y="1662300"/>
                  <a:ext cx="763200" cy="20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15468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1c03c1d1e6_1_196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11" name="Google Shape;311;g21c03c1d1e6_1_196"/>
          <p:cNvSpPr/>
          <p:nvPr/>
        </p:nvSpPr>
        <p:spPr>
          <a:xfrm>
            <a:off x="126827" y="3143861"/>
            <a:ext cx="8890343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El mecanismo de atención permite al decoder </a:t>
            </a:r>
            <a:r>
              <a:rPr lang="en" sz="2100" b="1" i="1" dirty="0">
                <a:latin typeface="Twentieth Century"/>
                <a:ea typeface="Twentieth Century"/>
                <a:cs typeface="Twentieth Century"/>
                <a:sym typeface="Twentieth Century"/>
              </a:rPr>
              <a:t>utilizar las partes más relevantes </a:t>
            </a: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de la entrada </a:t>
            </a:r>
            <a:r>
              <a:rPr lang="en" sz="2100" b="1" i="1" dirty="0">
                <a:latin typeface="Twentieth Century"/>
                <a:ea typeface="Twentieth Century"/>
                <a:cs typeface="Twentieth Century"/>
                <a:sym typeface="Twentieth Century"/>
              </a:rPr>
              <a:t>como una suma ponderada </a:t>
            </a: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del vector de entrada codificados para predecir la siguiente palabra.</a:t>
            </a:r>
            <a:endParaRPr sz="11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i="1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Una </a:t>
            </a:r>
            <a:r>
              <a:rPr lang="en" sz="2100" b="1" i="1" dirty="0">
                <a:latin typeface="Twentieth Century"/>
                <a:ea typeface="Twentieth Century"/>
                <a:cs typeface="Twentieth Century"/>
                <a:sym typeface="Twentieth Century"/>
              </a:rPr>
              <a:t>palabra relevante </a:t>
            </a: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tendrá un </a:t>
            </a:r>
            <a:r>
              <a:rPr lang="en" sz="2100" b="1" i="1" dirty="0">
                <a:latin typeface="Twentieth Century"/>
                <a:ea typeface="Twentieth Century"/>
                <a:cs typeface="Twentieth Century"/>
                <a:sym typeface="Twentieth Century"/>
              </a:rPr>
              <a:t>mayor peso </a:t>
            </a:r>
            <a:r>
              <a:rPr lang="en" sz="2100" i="1" dirty="0">
                <a:latin typeface="Twentieth Century"/>
                <a:ea typeface="Twentieth Century"/>
                <a:cs typeface="Twentieth Century"/>
                <a:sym typeface="Twentieth Century"/>
              </a:rPr>
              <a:t>que una palabra no relevante</a:t>
            </a:r>
            <a:endParaRPr sz="2100" i="1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2" name="Google Shape;312;g21c03c1d1e6_1_1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786" y="1027707"/>
            <a:ext cx="7242428" cy="18456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21c03c1d1e6_1_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Mecanismos de atención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g21c03c1d1e6_1_2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929" y="1139789"/>
            <a:ext cx="5815013" cy="319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21c03c1d1e6_1_202"/>
          <p:cNvSpPr txBox="1"/>
          <p:nvPr/>
        </p:nvSpPr>
        <p:spPr>
          <a:xfrm>
            <a:off x="3208593" y="2821603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20" name="Google Shape;320;g21c03c1d1e6_1_202"/>
          <p:cNvSpPr txBox="1"/>
          <p:nvPr/>
        </p:nvSpPr>
        <p:spPr>
          <a:xfrm>
            <a:off x="69575" y="705513"/>
            <a:ext cx="56082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en bibliografía: cs224n-2021-lecture07-nmt.pdf</a:t>
            </a:r>
            <a:endParaRPr sz="1100"/>
          </a:p>
        </p:txBody>
      </p:sp>
      <p:sp>
        <p:nvSpPr>
          <p:cNvPr id="321" name="Google Shape;321;g21c03c1d1e6_1_202"/>
          <p:cNvSpPr/>
          <p:nvPr/>
        </p:nvSpPr>
        <p:spPr>
          <a:xfrm>
            <a:off x="1266929" y="1242392"/>
            <a:ext cx="2927384" cy="15792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2" name="Google Shape;322;g21c03c1d1e6_1_20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23" name="Google Shape;323;g21c03c1d1e6_1_2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21c03c1d1e6_1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929" y="1139789"/>
            <a:ext cx="5815013" cy="319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1c03c1d1e6_1_210"/>
          <p:cNvSpPr txBox="1"/>
          <p:nvPr/>
        </p:nvSpPr>
        <p:spPr>
          <a:xfrm>
            <a:off x="3208593" y="2821603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0" name="Google Shape;330;g21c03c1d1e6_1_210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1" name="Google Shape;331;g21c03c1d1e6_1_210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2" name="Google Shape;332;g21c03c1d1e6_1_210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33" name="Google Shape;333;g21c03c1d1e6_1_2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21c03c1d1e6_1_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6" y="1012815"/>
            <a:ext cx="5700713" cy="353615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21c03c1d1e6_1_219"/>
          <p:cNvSpPr txBox="1"/>
          <p:nvPr/>
        </p:nvSpPr>
        <p:spPr>
          <a:xfrm>
            <a:off x="3024512" y="3030325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0" name="Google Shape;340;g21c03c1d1e6_1_219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1" name="Google Shape;341;g21c03c1d1e6_1_219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2" name="Google Shape;342;g21c03c1d1e6_1_219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3" name="Google Shape;343;g21c03c1d1e6_1_219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4" name="Google Shape;344;g21c03c1d1e6_1_219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45" name="Google Shape;345;g21c03c1d1e6_1_2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c03c1d1e6_1_229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1" name="Google Shape;351;g21c03c1d1e6_1_229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2" name="Google Shape;352;g21c03c1d1e6_1_229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53" name="Google Shape;353;g21c03c1d1e6_1_2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850" y="1127985"/>
            <a:ext cx="5693569" cy="357901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21c03c1d1e6_1_229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5" name="Google Shape;355;g21c03c1d1e6_1_229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6" name="Google Shape;356;g21c03c1d1e6_1_229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7" name="Google Shape;357;g21c03c1d1e6_1_229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8" name="Google Shape;358;g21c03c1d1e6_1_229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9" name="Google Shape;359;g21c03c1d1e6_1_229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0" name="Google Shape;360;g21c03c1d1e6_1_229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1" name="Google Shape;361;g21c03c1d1e6_1_229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62" name="Google Shape;362;g21c03c1d1e6_1_2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1c03c1d1e6_1_244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8" name="Google Shape;368;g21c03c1d1e6_1_244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9" name="Google Shape;369;g21c03c1d1e6_1_244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70" name="Google Shape;370;g21c03c1d1e6_1_2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850" y="1127985"/>
            <a:ext cx="5693569" cy="357901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21c03c1d1e6_1_244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2" name="Google Shape;372;g21c03c1d1e6_1_244"/>
          <p:cNvSpPr txBox="1"/>
          <p:nvPr/>
        </p:nvSpPr>
        <p:spPr>
          <a:xfrm>
            <a:off x="835163" y="4425529"/>
            <a:ext cx="1170333" cy="30008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3" name="Google Shape;373;g21c03c1d1e6_1_244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4" name="Google Shape;374;g21c03c1d1e6_1_244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5" name="Google Shape;375;g21c03c1d1e6_1_244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6" name="Google Shape;376;g21c03c1d1e6_1_244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7" name="Google Shape;377;g21c03c1d1e6_1_244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8" name="Google Shape;378;g21c03c1d1e6_1_244"/>
          <p:cNvSpPr txBox="1"/>
          <p:nvPr/>
        </p:nvSpPr>
        <p:spPr>
          <a:xfrm>
            <a:off x="3598496" y="3379823"/>
            <a:ext cx="1170333" cy="30008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909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9" name="Google Shape;379;g21c03c1d1e6_1_244"/>
          <p:cNvSpPr txBox="1"/>
          <p:nvPr/>
        </p:nvSpPr>
        <p:spPr>
          <a:xfrm>
            <a:off x="2470408" y="1097744"/>
            <a:ext cx="1170333" cy="300083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0" name="Google Shape;380;g21c03c1d1e6_1_244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1" name="Google Shape;381;g21c03c1d1e6_1_244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82" name="Google Shape;382;g21c03c1d1e6_1_2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22F2DF-6723-A24B-2D8C-CCDA2641AF23}"/>
                  </a:ext>
                </a:extLst>
              </p14:cNvPr>
              <p14:cNvContentPartPr/>
              <p14:nvPr/>
            </p14:nvContentPartPr>
            <p14:xfrm>
              <a:off x="3545460" y="3105900"/>
              <a:ext cx="343080" cy="71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22F2DF-6723-A24B-2D8C-CCDA2641AF2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9340" y="3099780"/>
                <a:ext cx="355320" cy="72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758CD048-FFA4-9894-E7C0-8457950C5B02}"/>
              </a:ext>
            </a:extLst>
          </p:cNvPr>
          <p:cNvGrpSpPr/>
          <p:nvPr/>
        </p:nvGrpSpPr>
        <p:grpSpPr>
          <a:xfrm>
            <a:off x="1723860" y="3082140"/>
            <a:ext cx="2283840" cy="740880"/>
            <a:chOff x="1723860" y="3082140"/>
            <a:chExt cx="2283840" cy="74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3276FF-2430-5846-0B5E-2FA0640B1AE0}"/>
                    </a:ext>
                  </a:extLst>
                </p14:cNvPr>
                <p14:cNvContentPartPr/>
                <p14:nvPr/>
              </p14:nvContentPartPr>
              <p14:xfrm>
                <a:off x="1723860" y="3393180"/>
                <a:ext cx="1896480" cy="38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3276FF-2430-5846-0B5E-2FA0640B1A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7740" y="3387060"/>
                  <a:ext cx="19087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DA9DCCB-1942-C6EF-857C-3069501DB955}"/>
                    </a:ext>
                  </a:extLst>
                </p14:cNvPr>
                <p14:cNvContentPartPr/>
                <p14:nvPr/>
              </p14:nvContentPartPr>
              <p14:xfrm>
                <a:off x="3527820" y="3082140"/>
                <a:ext cx="479880" cy="740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DA9DCCB-1942-C6EF-857C-3069501DB9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21700" y="3076020"/>
                  <a:ext cx="492120" cy="75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E5F255-1F1C-DCF8-CAEE-5567C6A5E19B}"/>
                  </a:ext>
                </a:extLst>
              </p14:cNvPr>
              <p14:cNvContentPartPr/>
              <p14:nvPr/>
            </p14:nvContentPartPr>
            <p14:xfrm>
              <a:off x="3568500" y="3108420"/>
              <a:ext cx="317880" cy="2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E5F255-1F1C-DCF8-CAEE-5567C6A5E19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62380" y="3102300"/>
                <a:ext cx="3301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39F04C-BBC4-0C61-72E9-98EB66BE33AA}"/>
                  </a:ext>
                </a:extLst>
              </p14:cNvPr>
              <p14:cNvContentPartPr/>
              <p14:nvPr/>
            </p14:nvContentPartPr>
            <p14:xfrm>
              <a:off x="3500136" y="3164689"/>
              <a:ext cx="357768" cy="677302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39F04C-BBC4-0C61-72E9-98EB66BE33A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94017" y="3158568"/>
                <a:ext cx="370006" cy="689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76C2998-CBB3-091B-EC9D-A54147A09367}"/>
                  </a:ext>
                </a:extLst>
              </p14:cNvPr>
              <p14:cNvContentPartPr/>
              <p14:nvPr/>
            </p14:nvContentPartPr>
            <p14:xfrm>
              <a:off x="2887020" y="4287420"/>
              <a:ext cx="6480" cy="39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76C2998-CBB3-091B-EC9D-A54147A093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880900" y="4281300"/>
                <a:ext cx="1872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8889A49-5EF9-E12C-E967-7AD063E5145F}"/>
              </a:ext>
            </a:extLst>
          </p:cNvPr>
          <p:cNvGrpSpPr/>
          <p:nvPr/>
        </p:nvGrpSpPr>
        <p:grpSpPr>
          <a:xfrm>
            <a:off x="1636380" y="3194460"/>
            <a:ext cx="1185840" cy="519120"/>
            <a:chOff x="1636380" y="3194460"/>
            <a:chExt cx="118584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F3E7B2-4409-818E-9DE1-8FC115BB99F5}"/>
                    </a:ext>
                  </a:extLst>
                </p14:cNvPr>
                <p14:cNvContentPartPr/>
                <p14:nvPr/>
              </p14:nvContentPartPr>
              <p14:xfrm>
                <a:off x="1636380" y="3292020"/>
                <a:ext cx="107280" cy="421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F3E7B2-4409-818E-9DE1-8FC115BB99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30260" y="3285900"/>
                  <a:ext cx="1195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8E3C2E-DC47-4654-3CE7-420427700874}"/>
                    </a:ext>
                  </a:extLst>
                </p14:cNvPr>
                <p14:cNvContentPartPr/>
                <p14:nvPr/>
              </p14:nvContentPartPr>
              <p14:xfrm>
                <a:off x="1966140" y="3194460"/>
                <a:ext cx="108720" cy="436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8E3C2E-DC47-4654-3CE7-4204277008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60020" y="3188340"/>
                  <a:ext cx="12096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9E1FEE-3A81-DF43-CDA0-072C3BCB63B4}"/>
                    </a:ext>
                  </a:extLst>
                </p14:cNvPr>
                <p14:cNvContentPartPr/>
                <p14:nvPr/>
              </p14:nvContentPartPr>
              <p14:xfrm>
                <a:off x="2329380" y="3239100"/>
                <a:ext cx="100800" cy="433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9E1FEE-3A81-DF43-CDA0-072C3BCB63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23260" y="3232980"/>
                  <a:ext cx="1130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B26C43-9A01-CFB7-623F-2F41117750A4}"/>
                    </a:ext>
                  </a:extLst>
                </p14:cNvPr>
                <p14:cNvContentPartPr/>
                <p14:nvPr/>
              </p14:nvContentPartPr>
              <p14:xfrm>
                <a:off x="2728980" y="3223980"/>
                <a:ext cx="93240" cy="363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B26C43-9A01-CFB7-623F-2F41117750A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22860" y="3217860"/>
                  <a:ext cx="105480" cy="375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1c03c1d1e6_1_262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8" name="Google Shape;388;g21c03c1d1e6_1_262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9" name="Google Shape;389;g21c03c1d1e6_1_262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90" name="Google Shape;390;g21c03c1d1e6_1_2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412" y="1135129"/>
            <a:ext cx="5765006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1c03c1d1e6_1_262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2" name="Google Shape;392;g21c03c1d1e6_1_262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3" name="Google Shape;393;g21c03c1d1e6_1_262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4" name="Google Shape;394;g21c03c1d1e6_1_262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5" name="Google Shape;395;g21c03c1d1e6_1_262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6" name="Google Shape;396;g21c03c1d1e6_1_262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7" name="Google Shape;397;g21c03c1d1e6_1_262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8" name="Google Shape;398;g21c03c1d1e6_1_262"/>
          <p:cNvSpPr txBox="1"/>
          <p:nvPr/>
        </p:nvSpPr>
        <p:spPr>
          <a:xfrm>
            <a:off x="5617569" y="2380774"/>
            <a:ext cx="3331921" cy="230833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t="-3999" r="-411" b="-35997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9" name="Google Shape;399;g21c03c1d1e6_1_262"/>
          <p:cNvSpPr/>
          <p:nvPr/>
        </p:nvSpPr>
        <p:spPr>
          <a:xfrm>
            <a:off x="8468139" y="1854172"/>
            <a:ext cx="208722" cy="37306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5875" cap="flat" cmpd="sng">
            <a:solidFill>
              <a:srgbClr val="994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0" name="Google Shape;400;g21c03c1d1e6_1_262"/>
          <p:cNvSpPr txBox="1"/>
          <p:nvPr/>
        </p:nvSpPr>
        <p:spPr>
          <a:xfrm>
            <a:off x="8170942" y="1517726"/>
            <a:ext cx="8031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NUEVO!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1" name="Google Shape;401;g21c03c1d1e6_1_262"/>
          <p:cNvSpPr/>
          <p:nvPr/>
        </p:nvSpPr>
        <p:spPr>
          <a:xfrm>
            <a:off x="6795022" y="4532322"/>
            <a:ext cx="265624" cy="548349"/>
          </a:xfrm>
          <a:prstGeom prst="rightBrace">
            <a:avLst>
              <a:gd name="adj1" fmla="val 8333"/>
              <a:gd name="adj2" fmla="val 50000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g21c03c1d1e6_1_262"/>
          <p:cNvSpPr txBox="1"/>
          <p:nvPr/>
        </p:nvSpPr>
        <p:spPr>
          <a:xfrm>
            <a:off x="7060645" y="4451002"/>
            <a:ext cx="170245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SOLO CUENTAS!!!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HAY PARAMETROS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3" name="Google Shape;403;g21c03c1d1e6_1_26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04" name="Google Shape;404;g21c03c1d1e6_1_2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1c03c1d1e6_1_282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0" name="Google Shape;410;g21c03c1d1e6_1_282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1" name="Google Shape;411;g21c03c1d1e6_1_282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grpSp>
        <p:nvGrpSpPr>
          <p:cNvPr id="412" name="Google Shape;412;g21c03c1d1e6_1_282"/>
          <p:cNvGrpSpPr/>
          <p:nvPr/>
        </p:nvGrpSpPr>
        <p:grpSpPr>
          <a:xfrm>
            <a:off x="878282" y="1154124"/>
            <a:ext cx="5886450" cy="3500438"/>
            <a:chOff x="1171043" y="1538832"/>
            <a:chExt cx="7848600" cy="4667250"/>
          </a:xfrm>
        </p:grpSpPr>
        <p:pic>
          <p:nvPicPr>
            <p:cNvPr id="413" name="Google Shape;413;g21c03c1d1e6_1_28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71043" y="1538832"/>
              <a:ext cx="7848600" cy="46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g21c03c1d1e6_1_282"/>
            <p:cNvSpPr/>
            <p:nvPr/>
          </p:nvSpPr>
          <p:spPr>
            <a:xfrm>
              <a:off x="5526157" y="4152296"/>
              <a:ext cx="2637182" cy="2053786"/>
            </a:xfrm>
            <a:prstGeom prst="rect">
              <a:avLst/>
            </a:prstGeom>
            <a:solidFill>
              <a:schemeClr val="l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415" name="Google Shape;415;g21c03c1d1e6_1_282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6" name="Google Shape;416;g21c03c1d1e6_1_282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7" name="Google Shape;417;g21c03c1d1e6_1_282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8" name="Google Shape;418;g21c03c1d1e6_1_282"/>
          <p:cNvSpPr txBox="1"/>
          <p:nvPr/>
        </p:nvSpPr>
        <p:spPr>
          <a:xfrm>
            <a:off x="5617569" y="2380774"/>
            <a:ext cx="3331921" cy="23083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t="-3999" r="-411" b="-35997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9" name="Google Shape;419;g21c03c1d1e6_1_28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20" name="Google Shape;420;g21c03c1d1e6_1_2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1c03c1d1e6_1_296"/>
          <p:cNvSpPr/>
          <p:nvPr/>
        </p:nvSpPr>
        <p:spPr>
          <a:xfrm>
            <a:off x="334370" y="4169795"/>
            <a:ext cx="847526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Una definición más general: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 un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conjunto de valores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 una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el mecanismo de atención devuelve una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suma ponderada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(resumen selectivo) de los valores,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dependiente de la consulta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500" b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21c03c1d1e6_1_296" descr="\alpha_j"/>
          <p:cNvSpPr/>
          <p:nvPr/>
        </p:nvSpPr>
        <p:spPr>
          <a:xfrm>
            <a:off x="5442229" y="2065320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7" name="Google Shape;427;g21c03c1d1e6_1_296" descr="T"/>
          <p:cNvSpPr/>
          <p:nvPr/>
        </p:nvSpPr>
        <p:spPr>
          <a:xfrm>
            <a:off x="13715882" y="2065320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28" name="Google Shape;428;g21c03c1d1e6_1_2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5170" y="1741172"/>
            <a:ext cx="4993660" cy="2310364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21c03c1d1e6_1_296"/>
          <p:cNvSpPr/>
          <p:nvPr/>
        </p:nvSpPr>
        <p:spPr>
          <a:xfrm>
            <a:off x="448670" y="783059"/>
            <a:ext cx="8475260" cy="7835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38" t="-1743" b="-988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30" name="Google Shape;430;g21c03c1d1e6_1_296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31" name="Google Shape;431;g21c03c1d1e6_1_2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21c03c1d1e6_1_3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303" y="797442"/>
            <a:ext cx="7837474" cy="40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21c03c1d1e6_1_305"/>
          <p:cNvSpPr/>
          <p:nvPr/>
        </p:nvSpPr>
        <p:spPr>
          <a:xfrm>
            <a:off x="1210612" y="4866501"/>
            <a:ext cx="65424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http://cs231n.stanford.edu/slides/2017/cs231n_2017_lecture10.pdf</a:t>
            </a:r>
            <a:endParaRPr sz="1100" dirty="0">
              <a:solidFill>
                <a:schemeClr val="bg2"/>
              </a:solidFill>
            </a:endParaRPr>
          </a:p>
        </p:txBody>
      </p:sp>
      <p:sp>
        <p:nvSpPr>
          <p:cNvPr id="439" name="Google Shape;439;g21c03c1d1e6_1_3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1406</Words>
  <Application>Microsoft Office PowerPoint</Application>
  <PresentationFormat>On-screen Show (16:9)</PresentationFormat>
  <Paragraphs>331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Twentieth Century</vt:lpstr>
      <vt:lpstr>Arial</vt:lpstr>
      <vt:lpstr>Roboto</vt:lpstr>
      <vt:lpstr>Material</vt:lpstr>
      <vt:lpstr>Aprendizaje Profundo</vt:lpstr>
      <vt:lpstr>Redes Recurrentes Recurrent Neural Network (RNN)</vt:lpstr>
      <vt:lpstr>Redes recurrentes - Introducción</vt:lpstr>
      <vt:lpstr>Redes recurrentes - Introducción</vt:lpstr>
      <vt:lpstr>Redes recurrentes - Neurona recurrente básica</vt:lpstr>
      <vt:lpstr>Redes recurrentes - Neurona recurrente básica</vt:lpstr>
      <vt:lpstr>Redes recurrentes - Neurona recurrente básica</vt:lpstr>
      <vt:lpstr>Redes recurrentes - Implementación en pytorch</vt:lpstr>
      <vt:lpstr>Redes recurrentes - Birideccionalidad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Implementación de modelos</vt:lpstr>
      <vt:lpstr>¡Un merecido descanso! </vt:lpstr>
      <vt:lpstr>Redes recurrentes - Arquitectura enconder-decoder (seq to seq)</vt:lpstr>
      <vt:lpstr>Redes recurrentes - Arquitectura enconder-decoder (seq to seq)</vt:lpstr>
      <vt:lpstr>Redes recurrentes - Arquitectura enconder-decoder (seq to seq) entrenamiento</vt:lpstr>
      <vt:lpstr>Redes recurrentes - Arquitectura enconder-decoder (seq to seq)</vt:lpstr>
      <vt:lpstr>Redes recurrentes - Implementación de modelos enconder-decoder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1</cp:revision>
  <dcterms:modified xsi:type="dcterms:W3CDTF">2025-08-06T01:07:11Z</dcterms:modified>
</cp:coreProperties>
</file>